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0" r:id="rId5"/>
    <p:sldId id="261" r:id="rId6"/>
    <p:sldId id="259" r:id="rId7"/>
    <p:sldId id="25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B9F3B-636D-4A12-F4DC-B495D645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BEB52F-12EE-BCE9-6084-58B7D13B6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CC386A-B1A1-8947-16DB-B9C5ACF3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9437F6-86E0-51DC-8205-ACB35176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A791A7-6F68-3923-C4A0-9420A5E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32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27636-D012-5CF7-0C08-9C876B03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373EBE-4101-FF89-5CF8-D091E1B3D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55B47D-1B28-B48A-9749-8DBDD562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0F8298-07D9-0E5F-4F0F-8172A095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C7648-C7C1-6ECC-4D3D-56DA141B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97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CE407-4838-5876-ECA1-2D40DD81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41930E-3D2F-4A9B-DC6B-0C24DA25E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84A1DC-6EC1-946D-B762-D809BB255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A08E9-2B5C-06F9-CD8F-5B6128E9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4E55BC-4D12-E332-567E-0772F3C7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920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F3826-A099-FF7B-79B3-A9CCF95B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E06A18-8C18-C4C6-5459-09954B561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064806-3189-438C-EAE1-3D7FD63D8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474637-5BA2-346B-F001-F25DC171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0CD5F6-3D27-F296-F4D1-271AD6C6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69BD8D-AE13-6659-D313-ECE1693D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03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7EC7B-8429-71B1-4684-D06BEA97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0EE27F-B9CD-7B59-5F45-F569948D6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882FA1-FB9D-D583-15E1-F64CC309F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29F4AB-8C90-CBBE-4777-8918DC015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EE1AA9-7CE8-8D09-FC4C-C96D66C1E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66AB43A-1F5A-1A3B-C69B-2602DF84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A3A977-E9F4-FBC1-5076-7BEF8DEC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3493B-9351-7313-73C0-68766117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54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A4F18-2777-57C1-6AA4-625EB1BB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AFC520-4524-1BF2-43CE-E99B71323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EA956D-469B-AA55-AA01-E8D66DC5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3C11F8-BB45-7B80-4EA8-93206916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46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5690DF-63CC-D602-B46B-CDA8CA5D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B7CBA2-B1F1-3351-919E-F3646C74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8F735F-77E5-5820-D0AF-8D69214B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4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0CA26-DB12-6AFE-F501-E6C6334C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78420D-2F41-2137-3B4A-00A44A178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8062A9-96A8-7D3F-E8EB-FCD235DBC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82077-A2BB-EBD1-E67E-5C9BBED8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E7C8C5-CB36-845B-2617-AC52EC1D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FB8C41-42E2-EAB8-8D0F-CBE9CE02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80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7E170-4A1E-7E3A-84BE-679AEB85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7F7ABE-72E1-4A75-4686-92B65BB8D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5D4FDD-A5F9-7921-87F9-B902AED86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A24B34-CC78-438F-AE50-B95E928D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8FBE2-899E-80EA-A4BA-B9AE3482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6AE9AA-2FF2-8505-8A66-E71DF15E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39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C015-8658-4756-AC37-619EB1825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F14D43-CA7C-C6F0-95D7-42B8424A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27FAF-53B7-0440-A831-2B43446B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AE302-31F0-708C-9F38-769C8B1F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1D54DF-4A62-026D-8B4E-B219FF5B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58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B66435-459C-7E2D-F08E-B0754837CC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25088A-3097-F36F-5E1C-88FFE54FA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83A6EA-D1FE-186F-7D6A-9BB5BFDE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52D60B-F13D-784E-D25C-41E53FAA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FBDDAD-CBF2-8D4C-F7E3-30530861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17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5A2E7-1A68-A489-73C5-C6C58C33D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C1DF52-441B-5B22-55C9-B9A5F10D2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126DB-808A-222B-D990-7D1039612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9E275-C770-47C3-A57C-6ACD840F0D1D}" type="datetimeFigureOut">
              <a:rPr lang="ru-RU" smtClean="0"/>
              <a:t>25.11.2024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174426-E66F-FF0F-7E93-6A72978BA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31F9F-8DB5-4033-11D9-600C3FBD3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F0C56-BF3A-41B5-955D-E95997286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4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2E0A9-2BF9-943A-1ED5-5295A9498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LABVIEW DA SATR VA JADVALLAR BILAN ISHLASH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DF96BF-6E18-4C2B-C184-F862B1735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72ED28-2E65-3EDC-13D0-C1ABBF9B8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11" y="1456492"/>
            <a:ext cx="3170195" cy="153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84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0EBC2-FC79-966E-75A0-E9493BB8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9EF716-2A20-FC52-3571-FE85158F9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365126"/>
            <a:ext cx="11208469" cy="6195930"/>
          </a:xfrm>
        </p:spPr>
        <p:txBody>
          <a:bodyPr>
            <a:normAutofit/>
          </a:bodyPr>
          <a:lstStyle/>
          <a:p>
            <a:pPr algn="just"/>
            <a:r>
              <a:rPr lang="en-US" sz="4000" dirty="0" err="1">
                <a:latin typeface="Comic Sans MS" panose="030F0702030302020204" pitchFamily="66" charset="0"/>
              </a:rPr>
              <a:t>Satrlar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ba'zi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belgilar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to'plamidir</a:t>
            </a:r>
            <a:r>
              <a:rPr lang="en-US" sz="4000" dirty="0">
                <a:latin typeface="Comic Sans MS" panose="030F0702030302020204" pitchFamily="66" charset="0"/>
              </a:rPr>
              <a:t>. </a:t>
            </a:r>
          </a:p>
          <a:p>
            <a:pPr algn="just"/>
            <a:r>
              <a:rPr lang="en-US" sz="4000" dirty="0" err="1">
                <a:latin typeface="Comic Sans MS" panose="030F0702030302020204" pitchFamily="66" charset="0"/>
              </a:rPr>
              <a:t>Ushbu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to'plam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odatiy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matn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bo'lishi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mumkin</a:t>
            </a:r>
            <a:r>
              <a:rPr lang="en-US" sz="4000" dirty="0">
                <a:latin typeface="Comic Sans MS" panose="030F0702030302020204" pitchFamily="66" charset="0"/>
              </a:rPr>
              <a:t>. </a:t>
            </a:r>
            <a:r>
              <a:rPr lang="en-US" sz="4000" dirty="0" err="1">
                <a:latin typeface="Comic Sans MS" panose="030F0702030302020204" pitchFamily="66" charset="0"/>
              </a:rPr>
              <a:t>Yoki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maxsus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kod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bo'lishi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mumkin</a:t>
            </a:r>
            <a:r>
              <a:rPr lang="en-US" sz="4000" dirty="0">
                <a:latin typeface="Comic Sans MS" panose="030F0702030302020204" pitchFamily="66" charset="0"/>
              </a:rPr>
              <a:t>.</a:t>
            </a:r>
          </a:p>
          <a:p>
            <a:pPr algn="just"/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Birinchi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holda</a:t>
            </a:r>
            <a:r>
              <a:rPr lang="en-US" sz="4000" dirty="0">
                <a:latin typeface="Comic Sans MS" panose="030F0702030302020204" pitchFamily="66" charset="0"/>
              </a:rPr>
              <a:t>, </a:t>
            </a:r>
            <a:r>
              <a:rPr lang="en-US" sz="4000" dirty="0" err="1">
                <a:latin typeface="Comic Sans MS" panose="030F0702030302020204" pitchFamily="66" charset="0"/>
              </a:rPr>
              <a:t>ekrandagi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satr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yozilgan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shaklda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ko'rsatiladi</a:t>
            </a:r>
            <a:r>
              <a:rPr lang="en-US" sz="4000" dirty="0">
                <a:latin typeface="Comic Sans MS" panose="030F0702030302020204" pitchFamily="66" charset="0"/>
              </a:rPr>
              <a:t>. </a:t>
            </a:r>
            <a:r>
              <a:rPr lang="en-US" sz="4000" dirty="0" err="1">
                <a:latin typeface="Comic Sans MS" panose="030F0702030302020204" pitchFamily="66" charset="0"/>
              </a:rPr>
              <a:t>Ikkinchi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holda</a:t>
            </a:r>
            <a:r>
              <a:rPr lang="en-US" sz="4000" dirty="0">
                <a:latin typeface="Comic Sans MS" panose="030F0702030302020204" pitchFamily="66" charset="0"/>
              </a:rPr>
              <a:t>, </a:t>
            </a:r>
            <a:r>
              <a:rPr lang="en-US" sz="4000" dirty="0" err="1">
                <a:latin typeface="Comic Sans MS" panose="030F0702030302020204" pitchFamily="66" charset="0"/>
              </a:rPr>
              <a:t>ekranda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kodlar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ko'rsatiladi</a:t>
            </a:r>
            <a:r>
              <a:rPr lang="en-US" sz="4000" dirty="0">
                <a:latin typeface="Comic Sans MS" panose="030F0702030302020204" pitchFamily="66" charset="0"/>
              </a:rPr>
              <a:t> (</a:t>
            </a:r>
            <a:r>
              <a:rPr lang="en-US" sz="4000" dirty="0" err="1">
                <a:latin typeface="Comic Sans MS" panose="030F0702030302020204" pitchFamily="66" charset="0"/>
              </a:rPr>
              <a:t>masalan</a:t>
            </a:r>
            <a:r>
              <a:rPr lang="en-US" sz="4000" dirty="0">
                <a:latin typeface="Comic Sans MS" panose="030F0702030302020204" pitchFamily="66" charset="0"/>
              </a:rPr>
              <a:t>, </a:t>
            </a:r>
            <a:r>
              <a:rPr lang="en-US" sz="4000" dirty="0" err="1">
                <a:latin typeface="Comic Sans MS" panose="030F0702030302020204" pitchFamily="66" charset="0"/>
              </a:rPr>
              <a:t>yorliq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belgisi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yoki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paragraf</a:t>
            </a:r>
            <a:r>
              <a:rPr lang="en-US" sz="4000" dirty="0">
                <a:latin typeface="Comic Sans MS" panose="030F0702030302020204" pitchFamily="66" charset="0"/>
              </a:rPr>
              <a:t> </a:t>
            </a:r>
            <a:r>
              <a:rPr lang="en-US" sz="4000" dirty="0" err="1">
                <a:latin typeface="Comic Sans MS" panose="030F0702030302020204" pitchFamily="66" charset="0"/>
              </a:rPr>
              <a:t>belgisi</a:t>
            </a:r>
            <a:r>
              <a:rPr lang="en-US" sz="4000" dirty="0">
                <a:latin typeface="Comic Sans MS" panose="030F0702030302020204" pitchFamily="66" charset="0"/>
              </a:rPr>
              <a:t>).   </a:t>
            </a:r>
            <a:endParaRPr lang="ru-RU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8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1AEC2-EAB9-3E1F-3A40-A7117468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056" y="259237"/>
            <a:ext cx="11261888" cy="111565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Comic Sans MS" panose="030F0702030302020204" pitchFamily="66" charset="0"/>
              </a:rPr>
              <a:t>Satrlar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quyidagi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eng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keng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tarqalgan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muammolarni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hal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qilishda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ishlatiladi</a:t>
            </a:r>
            <a:r>
              <a:rPr lang="en-US" sz="3200" b="1" dirty="0">
                <a:latin typeface="Comic Sans MS" panose="030F0702030302020204" pitchFamily="66" charset="0"/>
              </a:rPr>
              <a:t>:</a:t>
            </a:r>
            <a:endParaRPr lang="ru-RU" sz="3200" b="1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C8CBA-5916-AD26-E9E3-9F8EF6CC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517715"/>
            <a:ext cx="11453567" cy="5081048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3200" b="1" dirty="0" err="1">
                <a:latin typeface="Comic Sans MS" panose="030F0702030302020204" pitchFamily="66" charset="0"/>
              </a:rPr>
              <a:t>Matnli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xabarlarni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ekranga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yoki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printerga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chiqarish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  <a:endParaRPr lang="ru-RU" sz="3200" b="1" dirty="0">
              <a:latin typeface="Comic Sans MS" panose="030F0702030302020204" pitchFamily="66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Comic Sans MS" panose="030F0702030302020204" pitchFamily="66" charset="0"/>
              </a:rPr>
              <a:t> Har </a:t>
            </a:r>
            <a:r>
              <a:rPr lang="en-US" sz="3200" b="1" dirty="0" err="1">
                <a:latin typeface="Comic Sans MS" panose="030F0702030302020204" pitchFamily="66" charset="0"/>
              </a:rPr>
              <a:t>xil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turdagi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ma'lumotlarni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satrlarga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aylantirish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va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aksincha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  <a:endParaRPr lang="ru-RU" sz="3200" b="1" dirty="0">
              <a:latin typeface="Comic Sans MS" panose="030F0702030302020204" pitchFamily="66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Faylga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har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xil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turdagi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ma'lumotlarni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saqlash</a:t>
            </a:r>
            <a:r>
              <a:rPr lang="en-US" sz="3200" b="1" dirty="0">
                <a:latin typeface="Comic Sans MS" panose="030F0702030302020204" pitchFamily="66" charset="0"/>
              </a:rPr>
              <a:t>. </a:t>
            </a:r>
            <a:r>
              <a:rPr lang="en-US" sz="3200" b="1" dirty="0" err="1">
                <a:latin typeface="Comic Sans MS" panose="030F0702030302020204" pitchFamily="66" charset="0"/>
              </a:rPr>
              <a:t>Odatda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raqamli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ma'lumotlarni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saqlash</a:t>
            </a:r>
            <a:r>
              <a:rPr lang="en-US" sz="3200" b="1" dirty="0">
                <a:latin typeface="Comic Sans MS" panose="030F0702030302020204" pitchFamily="66" charset="0"/>
              </a:rPr>
              <a:t> talab </a:t>
            </a:r>
            <a:r>
              <a:rPr lang="en-US" sz="3200" b="1" dirty="0" err="1">
                <a:latin typeface="Comic Sans MS" panose="030F0702030302020204" pitchFamily="66" charset="0"/>
              </a:rPr>
              <a:t>qilinadi</a:t>
            </a:r>
            <a:r>
              <a:rPr lang="en-US" sz="3200" b="1" dirty="0">
                <a:latin typeface="Comic Sans MS" panose="030F0702030302020204" pitchFamily="66" charset="0"/>
              </a:rPr>
              <a:t>. </a:t>
            </a:r>
            <a:r>
              <a:rPr lang="en-US" sz="3200" b="1" dirty="0" err="1">
                <a:latin typeface="Comic Sans MS" panose="030F0702030302020204" pitchFamily="66" charset="0"/>
              </a:rPr>
              <a:t>Faylga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yozishdan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oldin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raqamli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ma'lumotlar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satrlarga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aylantirilishi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kerak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  <a:endParaRPr lang="ru-RU" sz="3200" b="1" dirty="0">
              <a:latin typeface="Comic Sans MS" panose="030F0702030302020204" pitchFamily="66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b="1" dirty="0" err="1">
                <a:latin typeface="Comic Sans MS" panose="030F0702030302020204" pitchFamily="66" charset="0"/>
              </a:rPr>
              <a:t>Hech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qanday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ma'lumot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turi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bilan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ifodalanishi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mumkin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bo'lmagan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va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o'ziga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xos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xususiyatlarga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ega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bo'lmagan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funktsiyalarni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kiritish</a:t>
            </a:r>
            <a:r>
              <a:rPr lang="en-US" sz="3200" b="1" dirty="0">
                <a:latin typeface="Comic Sans MS" panose="030F0702030302020204" pitchFamily="66" charset="0"/>
              </a:rPr>
              <a:t>. </a:t>
            </a:r>
            <a:r>
              <a:rPr lang="en-US" sz="3200" b="1" dirty="0" err="1">
                <a:latin typeface="Comic Sans MS" panose="030F0702030302020204" pitchFamily="66" charset="0"/>
              </a:rPr>
              <a:t>Masalan</a:t>
            </a:r>
            <a:r>
              <a:rPr lang="en-US" sz="3200" b="1" dirty="0">
                <a:latin typeface="Comic Sans MS" panose="030F0702030302020204" pitchFamily="66" charset="0"/>
              </a:rPr>
              <a:t>, IP-manzil. </a:t>
            </a:r>
            <a:r>
              <a:rPr lang="en-US" sz="3200" b="1" dirty="0" err="1">
                <a:latin typeface="Comic Sans MS" panose="030F0702030302020204" pitchFamily="66" charset="0"/>
              </a:rPr>
              <a:t>Ba'zi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hollarda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fayllar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va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papkalarga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yo'l</a:t>
            </a:r>
            <a:r>
              <a:rPr lang="en-US" sz="3200" b="1" dirty="0">
                <a:latin typeface="Comic Sans MS" panose="030F0702030302020204" pitchFamily="66" charset="0"/>
              </a:rPr>
              <a:t> ham </a:t>
            </a:r>
            <a:r>
              <a:rPr lang="en-US" sz="3200" b="1" dirty="0" err="1">
                <a:latin typeface="Comic Sans MS" panose="030F0702030302020204" pitchFamily="66" charset="0"/>
              </a:rPr>
              <a:t>satrlar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kabi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ko'rinadi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  <a:endParaRPr lang="ru-RU" sz="3200" b="1" dirty="0">
              <a:latin typeface="Comic Sans MS" panose="030F0702030302020204" pitchFamily="66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Muloqot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oynalarida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xabarlardan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  <a:r>
              <a:rPr lang="en-US" sz="3200" b="1" dirty="0" err="1">
                <a:latin typeface="Comic Sans MS" panose="030F0702030302020204" pitchFamily="66" charset="0"/>
              </a:rPr>
              <a:t>foydalanish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  <a:endParaRPr lang="ru-RU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73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C1821-7AC6-8F53-E49D-00527D67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F17E30-7586-FCB9-5E6C-E73C2E94D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40B1C5-0BB5-D999-5527-867FAE7FF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872" y="80493"/>
            <a:ext cx="11092122" cy="71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1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C49F1-F285-C869-EFDE-8D756412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F8C1D3-13C6-4F71-CA64-584CD2C77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C07823-A930-13D0-5F2A-32D966A28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68" y="23639"/>
            <a:ext cx="11877773" cy="690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3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78C98-72D0-43B0-A846-A12EA167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A888D45-D099-E6DB-8B98-28ABF7324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529" y="365125"/>
            <a:ext cx="11105562" cy="4337437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D281C6-7F97-6A3D-7928-8A4FB4BB6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29" y="4702562"/>
            <a:ext cx="5552781" cy="21718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FAD4EE-03BB-86E5-24CF-28E00E888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407" y="4834538"/>
            <a:ext cx="5693789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63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A31B6-17E7-03A6-1A32-9DCB7083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409A50-7E1A-D090-7FCB-3E683C041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43A2EC-80CE-52F0-1EF3-1ADB947A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9" y="169681"/>
            <a:ext cx="12141611" cy="698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446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139</Words>
  <Application>Microsoft Office PowerPoint</Application>
  <PresentationFormat>Широкоэкранный</PresentationFormat>
  <Paragraphs>10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Wingdings</vt:lpstr>
      <vt:lpstr>Тема Office</vt:lpstr>
      <vt:lpstr>LABVIEW DA SATR VA JADVALLAR BILAN ISHLASH</vt:lpstr>
      <vt:lpstr>Презентация PowerPoint</vt:lpstr>
      <vt:lpstr>Satrlar quyidagi eng keng tarqalgan muammolarni hal qilishda ishlatiladi: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ORGTech</dc:creator>
  <cp:lastModifiedBy>ORGTech</cp:lastModifiedBy>
  <cp:revision>5</cp:revision>
  <dcterms:created xsi:type="dcterms:W3CDTF">2024-11-20T19:11:52Z</dcterms:created>
  <dcterms:modified xsi:type="dcterms:W3CDTF">2024-11-25T07:51:06Z</dcterms:modified>
</cp:coreProperties>
</file>