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B93"/>
    <a:srgbClr val="3AEAF8"/>
    <a:srgbClr val="99F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4D7A5-C255-1FC8-A3E3-BB460C293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682CE8-A344-8B9A-2559-C1CC87762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3173F5-8FB0-6C73-BC8D-768D1DE3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BBCB0A-3ADD-3B71-7A97-421FB6B0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45AF55-B2AE-2511-B88B-B5EF08BF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59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28AFC-F9D2-C232-704C-BDCD6130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81791-0CD8-6300-54AC-D6AC9E18D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7765B9-9DD9-E865-F98E-208A1C8B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27A943-6AC8-D4E0-A345-48E90102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667B61-F9AD-B54A-37D2-A8A6ABFB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5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55FF7-0AFD-92B6-85B5-31ABBC37E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455890-4905-5257-D85F-9A97CB0B4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83A164-ADC9-8000-9D25-2E86E005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83F960-88E1-6221-6DEB-7DC52BB4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D52FF1-BD6A-501C-C08B-B109F3C9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60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154826-F02E-A62B-BBAA-6FF8450D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2A6FAE-F04A-934D-C8E7-7B8A98920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C9CE81-BC4B-5BC0-684B-8153F21F5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B0C192-3DB4-1C13-59C3-38130847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53C5DC-DFE8-0235-4B5F-FA50539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A9AF4B-F1FB-CDE8-F900-C554B072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54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F57695-5D10-14CE-67B5-39C2FDA38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715BCD-B970-5661-AF46-CDA6CDA1F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DE6A46-7192-ECA6-B92D-0FF222BE4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F20B13A-F2F2-EB1C-4C69-4B8655B2D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7F025CD-A4CD-47D6-741B-8E5EAA151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3B2974E-6847-361E-D5C0-EEBD5314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9E664D-00CC-DB13-3095-34D98F92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B0CCD72-A656-3066-74C7-94823720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35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68447-3724-DBF4-B636-8F141D6F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E3F431-DEF0-040F-CCFA-1CF79AB05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301C3B-9643-7D93-D9F6-C80972DA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47DC0A-E876-8E37-F503-E5EF04E0C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51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D94167-2F07-5F54-B996-8FDCD085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3F7DE7-447B-7E4E-DB11-6A002BBC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DD8D7-CFBF-A51D-B9B1-18C26D70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78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BA4F8-4DC0-3E20-C540-3FB9C575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A8556B-C779-DDF0-5506-E4825F5FB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9A6501-A2C4-CEDD-433D-88A239A5C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91EAD90-3F0B-E678-7502-04A3F8ED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0C6EAC-4071-05B5-AEDC-4EF562FD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275222-F619-7979-723B-DF6BDA74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699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9AED2-B183-D88E-7C2C-CBBAC3234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313E356-CA58-64B2-36E8-6D66CAE506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6EFB95-5D66-4850-BC84-E9942CE84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6F4B46-C2C6-FE84-A600-1028E430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F5FD18-E77E-51CA-D0AD-902D27E92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B4DDBD-43F0-FB71-6ACF-F2C77942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47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07255-BDE7-891D-DBAC-7F1B264F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8A5583-6FED-2D71-FACF-A29A48DA3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40CBFB-2EA5-8458-BC6D-4CB3908F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8371F5-037A-B1DE-6E09-A56CF821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FBC184-4368-BC4B-7E15-8CFD5931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493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AF82FC-427E-B1B2-892C-592225A74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6615EE-37E7-530E-DBC1-4ABA833D1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022A5A-85AA-21BA-8D35-CACEBC3C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A3B297-F52A-5AF2-F1AF-EA1CEFCE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0EE4C-C7F5-9BAF-929D-BAA4BFE2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323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A10030-D72C-C076-A706-37C7F8E74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B80032-F26E-194F-D52C-C7835EC2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12A8A5-CF95-4B60-E555-D5F6473D7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0084C-5CCA-4948-A71A-2A3C0A441BB2}" type="datetimeFigureOut">
              <a:rPr lang="ru-RU" smtClean="0"/>
              <a:t>02.11.2024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F9EEB2-0779-7292-73F5-BFE9DCBBF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620876-7286-2AB1-268D-1360936EA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5118E-C1FC-472E-AD76-E4E49E83CB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66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uz/video/preview/571629064159096613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23790-577B-6A8C-6F74-DB5260337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720" y="1914843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Aptos Display" panose="020B0004020202020204" pitchFamily="34" charset="0"/>
              </a:rPr>
              <a:t>Dasturni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otladkalash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usullari</a:t>
            </a:r>
            <a:endParaRPr lang="ru-RU" b="1" dirty="0">
              <a:latin typeface="Aptos Display" panose="020B00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E1C659-EDF7-3CA3-F17E-CFA626614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69304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M.N.Ikromova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629160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B1394-4823-2BCF-9578-FADD08E3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err="1">
                <a:latin typeface="Aptos Display" panose="020B0004020202020204" pitchFamily="34" charset="0"/>
              </a:rPr>
              <a:t>Reja</a:t>
            </a:r>
            <a:endParaRPr lang="ru-RU" sz="6000" b="1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D1CB78-B73D-03F6-62CB-1AD9BCA60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825625"/>
            <a:ext cx="11430000" cy="435133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5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VU </a:t>
            </a:r>
            <a:r>
              <a:rPr lang="en-US" sz="5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ni</a:t>
            </a:r>
            <a:r>
              <a:rPr lang="en-US" sz="5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otladkalash</a:t>
            </a:r>
            <a:r>
              <a:rPr lang="en-US" sz="5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. </a:t>
            </a:r>
            <a:endParaRPr lang="ru-RU" sz="5400" dirty="0">
              <a:latin typeface="Aptos Display" panose="020B0004020202020204" pitchFamily="34" charset="0"/>
              <a:ea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5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Mantiqiy</a:t>
            </a:r>
            <a:r>
              <a:rPr lang="en-US" sz="5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  <a:ea typeface="Times New Roman" panose="02020603050405020304" pitchFamily="18" charset="0"/>
              </a:rPr>
              <a:t>elementlar</a:t>
            </a:r>
            <a:r>
              <a:rPr lang="en-US" sz="5400" dirty="0"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  <a:ea typeface="Times New Roman" panose="02020603050405020304" pitchFamily="18" charset="0"/>
              </a:rPr>
              <a:t>yordamida</a:t>
            </a:r>
            <a:r>
              <a:rPr lang="en-US" sz="5400" dirty="0"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  <a:ea typeface="Times New Roman" panose="02020603050405020304" pitchFamily="18" charset="0"/>
              </a:rPr>
              <a:t>dastur</a:t>
            </a:r>
            <a:r>
              <a:rPr lang="en-US" sz="5400" dirty="0"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  <a:ea typeface="Times New Roman" panose="02020603050405020304" pitchFamily="18" charset="0"/>
              </a:rPr>
              <a:t>tuzish</a:t>
            </a:r>
            <a:r>
              <a:rPr lang="en-US" sz="5400" dirty="0">
                <a:latin typeface="Aptos Display" panose="020B0004020202020204" pitchFamily="34" charset="0"/>
                <a:ea typeface="Times New Roman" panose="02020603050405020304" pitchFamily="18" charset="0"/>
              </a:rPr>
              <a:t>.</a:t>
            </a:r>
            <a:endParaRPr lang="en-US" sz="5400" dirty="0">
              <a:effectLst/>
              <a:latin typeface="Aptos Display" panose="020B0004020202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400" dirty="0">
                <a:latin typeface="Aptos Display" panose="020B0004020202020204" pitchFamily="34" charset="0"/>
              </a:rPr>
              <a:t>3. </a:t>
            </a:r>
            <a:r>
              <a:rPr lang="en-US" sz="5400" dirty="0" err="1">
                <a:latin typeface="Aptos Display" panose="020B0004020202020204" pitchFamily="34" charset="0"/>
              </a:rPr>
              <a:t>Ichki</a:t>
            </a:r>
            <a:r>
              <a:rPr lang="en-US" sz="5400" dirty="0">
                <a:latin typeface="Aptos Display" panose="020B0004020202020204" pitchFamily="34" charset="0"/>
              </a:rPr>
              <a:t> VU </a:t>
            </a:r>
            <a:r>
              <a:rPr lang="en-US" sz="5400" dirty="0" err="1">
                <a:latin typeface="Aptos Display" panose="020B0004020202020204" pitchFamily="34" charset="0"/>
              </a:rPr>
              <a:t>yaratish</a:t>
            </a:r>
            <a:r>
              <a:rPr lang="en-US" sz="5400" dirty="0">
                <a:latin typeface="Aptos Display" panose="020B0004020202020204" pitchFamily="34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</a:rPr>
              <a:t>va</a:t>
            </a:r>
            <a:r>
              <a:rPr lang="en-US" sz="5400" dirty="0">
                <a:latin typeface="Aptos Display" panose="020B0004020202020204" pitchFamily="34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</a:rPr>
              <a:t>undan</a:t>
            </a:r>
            <a:r>
              <a:rPr lang="en-US" sz="5400" dirty="0">
                <a:latin typeface="Aptos Display" panose="020B0004020202020204" pitchFamily="34" charset="0"/>
              </a:rPr>
              <a:t> </a:t>
            </a:r>
            <a:r>
              <a:rPr lang="en-US" sz="5400" dirty="0" err="1">
                <a:latin typeface="Aptos Display" panose="020B0004020202020204" pitchFamily="34" charset="0"/>
              </a:rPr>
              <a:t>foydalanish</a:t>
            </a:r>
            <a:endParaRPr lang="ru-RU" sz="54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8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45925-67CE-DE7A-FAAD-30E97A7D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339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VU </a:t>
            </a:r>
            <a:r>
              <a:rPr lang="en-US" sz="4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ni</a:t>
            </a:r>
            <a:r>
              <a:rPr lang="en-US" sz="4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xatoliklari</a:t>
            </a:r>
            <a:r>
              <a:rPr lang="en-US" sz="4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bilan</a:t>
            </a:r>
            <a:r>
              <a:rPr lang="en-US" sz="4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4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ishlash</a:t>
            </a:r>
            <a:r>
              <a:rPr lang="en-US" sz="4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4400" dirty="0" err="1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otladka</a:t>
            </a:r>
            <a:r>
              <a:rPr lang="en-US" sz="4400" dirty="0">
                <a:effectLst/>
                <a:latin typeface="Aptos Display" panose="020B0004020202020204" pitchFamily="34" charset="0"/>
                <a:ea typeface="Times New Roman" panose="02020603050405020304" pitchFamily="18" charset="0"/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4A655-9743-2959-DBCC-E4657C536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973394"/>
            <a:ext cx="11297264" cy="5574889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4000" dirty="0" err="1">
                <a:latin typeface="Aptos Display" panose="020B0004020202020204" pitchFamily="34" charset="0"/>
              </a:rPr>
              <a:t>Labview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dasturida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dastur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tuzib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bo’lgach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uni</a:t>
            </a:r>
            <a:endParaRPr lang="en-US" sz="4000" dirty="0">
              <a:latin typeface="Aptos Display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4000" dirty="0">
                <a:latin typeface="Aptos Display" panose="020B0004020202020204" pitchFamily="34" charset="0"/>
              </a:rPr>
              <a:t>              </a:t>
            </a:r>
            <a:r>
              <a:rPr lang="en-US" sz="4000" dirty="0" err="1">
                <a:latin typeface="Aptos Display" panose="020B0004020202020204" pitchFamily="34" charset="0"/>
              </a:rPr>
              <a:t>belgisi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yordamida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ishga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tushiramiz</a:t>
            </a:r>
            <a:r>
              <a:rPr lang="en-US" sz="4000" dirty="0">
                <a:latin typeface="Aptos Display" panose="020B0004020202020204" pitchFamily="34" charset="0"/>
              </a:rPr>
              <a:t>, </a:t>
            </a:r>
            <a:r>
              <a:rPr lang="en-US" sz="4000" dirty="0" err="1">
                <a:latin typeface="Aptos Display" panose="020B0004020202020204" pitchFamily="34" charset="0"/>
              </a:rPr>
              <a:t>biroq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Diagrammalar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blokida</a:t>
            </a:r>
            <a:r>
              <a:rPr lang="en-US" sz="4000" dirty="0">
                <a:latin typeface="Aptos Display" panose="020B0004020202020204" pitchFamily="34" charset="0"/>
              </a:rPr>
              <a:t> xató </a:t>
            </a:r>
            <a:r>
              <a:rPr lang="en-US" sz="4000" dirty="0" err="1">
                <a:latin typeface="Aptos Display" panose="020B0004020202020204" pitchFamily="34" charset="0"/>
              </a:rPr>
              <a:t>dastur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tuzilsa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ushbu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belgi</a:t>
            </a:r>
            <a:r>
              <a:rPr lang="en-US" sz="4000" dirty="0">
                <a:latin typeface="Aptos Display" panose="020B0004020202020204" pitchFamily="34" charset="0"/>
              </a:rPr>
              <a:t>         </a:t>
            </a:r>
          </a:p>
          <a:p>
            <a:pPr algn="just">
              <a:lnSpc>
                <a:spcPct val="150000"/>
              </a:lnSpc>
            </a:pPr>
            <a:r>
              <a:rPr lang="en-US" sz="4000" dirty="0">
                <a:latin typeface="Aptos Display" panose="020B0004020202020204" pitchFamily="34" charset="0"/>
              </a:rPr>
              <a:t>               </a:t>
            </a:r>
            <a:r>
              <a:rPr lang="en-US" sz="4000" dirty="0" err="1">
                <a:latin typeface="Aptos Display" panose="020B0004020202020204" pitchFamily="34" charset="0"/>
              </a:rPr>
              <a:t>ko’rinishda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bo’ladi</a:t>
            </a:r>
            <a:r>
              <a:rPr lang="en-US" sz="4000" dirty="0">
                <a:latin typeface="Aptos Display" panose="020B0004020202020204" pitchFamily="34" charset="0"/>
              </a:rPr>
              <a:t>. Bu </a:t>
            </a:r>
            <a:r>
              <a:rPr lang="en-US" sz="4000" dirty="0" err="1">
                <a:latin typeface="Aptos Display" panose="020B0004020202020204" pitchFamily="34" charset="0"/>
              </a:rPr>
              <a:t>dastur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tuzishda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xatolikka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yo’l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qo’yilganligini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bildiradi</a:t>
            </a:r>
            <a:r>
              <a:rPr lang="en-US" sz="4000" dirty="0">
                <a:latin typeface="Aptos Display" panose="020B0004020202020204" pitchFamily="34" charset="0"/>
              </a:rPr>
              <a:t>. </a:t>
            </a:r>
            <a:r>
              <a:rPr lang="en-US" sz="4000" dirty="0" err="1">
                <a:latin typeface="Aptos Display" panose="020B0004020202020204" pitchFamily="34" charset="0"/>
              </a:rPr>
              <a:t>Shunda</a:t>
            </a:r>
            <a:r>
              <a:rPr lang="en-US" sz="4000" dirty="0">
                <a:latin typeface="Aptos Display" panose="020B0004020202020204" pitchFamily="34" charset="0"/>
              </a:rPr>
              <a:t>, </a:t>
            </a:r>
            <a:r>
              <a:rPr lang="en-US" sz="4000" dirty="0" err="1">
                <a:latin typeface="Aptos Display" panose="020B0004020202020204" pitchFamily="34" charset="0"/>
              </a:rPr>
              <a:t>ushbu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belgiga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sichqonchani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ikki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marta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chertilsa</a:t>
            </a:r>
            <a:r>
              <a:rPr lang="en-US" sz="4000" dirty="0">
                <a:latin typeface="Aptos Display" panose="020B0004020202020204" pitchFamily="34" charset="0"/>
              </a:rPr>
              <a:t>, </a:t>
            </a:r>
            <a:r>
              <a:rPr lang="en-US" sz="4000" b="1" dirty="0">
                <a:latin typeface="Aptos Display" panose="020B0004020202020204" pitchFamily="34" charset="0"/>
              </a:rPr>
              <a:t>Error list </a:t>
            </a:r>
            <a:r>
              <a:rPr lang="en-US" sz="4000" dirty="0" err="1">
                <a:latin typeface="Aptos Display" panose="020B0004020202020204" pitchFamily="34" charset="0"/>
              </a:rPr>
              <a:t>paydo</a:t>
            </a:r>
            <a:r>
              <a:rPr lang="en-US" sz="4000" dirty="0">
                <a:latin typeface="Aptos Display" panose="020B0004020202020204" pitchFamily="34" charset="0"/>
              </a:rPr>
              <a:t> </a:t>
            </a:r>
            <a:r>
              <a:rPr lang="en-US" sz="4000" dirty="0" err="1">
                <a:latin typeface="Aptos Display" panose="020B0004020202020204" pitchFamily="34" charset="0"/>
              </a:rPr>
              <a:t>bo’ladi</a:t>
            </a:r>
            <a:endParaRPr lang="ru-RU" sz="4000" dirty="0">
              <a:latin typeface="Aptos Display" panose="020B00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55451B-1976-487C-751D-EC1747DB8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90" y="2274069"/>
            <a:ext cx="1235561" cy="5152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55D4BC-4A92-E3CD-F3BB-E53A2370E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9" y="4230938"/>
            <a:ext cx="1235561" cy="54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52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6FA51A2-55F0-DB25-62BB-70B602840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83458"/>
            <a:ext cx="10931013" cy="5793505"/>
          </a:xfrm>
        </p:spPr>
        <p:txBody>
          <a:bodyPr>
            <a:normAutofit/>
          </a:bodyPr>
          <a:lstStyle/>
          <a:p>
            <a:r>
              <a:rPr lang="en-US" sz="3200" dirty="0" err="1">
                <a:latin typeface="Aptos Display" panose="020B0004020202020204" pitchFamily="34" charset="0"/>
              </a:rPr>
              <a:t>Natijada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quyidagi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oyna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ochiladi</a:t>
            </a:r>
            <a:r>
              <a:rPr lang="en-US" sz="3200" dirty="0">
                <a:latin typeface="Aptos Display" panose="020B0004020202020204" pitchFamily="34" charset="0"/>
              </a:rPr>
              <a:t>: </a:t>
            </a:r>
            <a:endParaRPr lang="ru-RU" sz="3200" dirty="0">
              <a:latin typeface="Aptos Display" panose="020B0004020202020204" pitchFamily="34" charset="0"/>
            </a:endParaRPr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68C7DD1-826F-142E-92A3-C52C01733608}"/>
              </a:ext>
            </a:extLst>
          </p:cNvPr>
          <p:cNvGrpSpPr/>
          <p:nvPr/>
        </p:nvGrpSpPr>
        <p:grpSpPr>
          <a:xfrm>
            <a:off x="1696065" y="251287"/>
            <a:ext cx="10495935" cy="5285803"/>
            <a:chOff x="1696065" y="251287"/>
            <a:chExt cx="10495935" cy="5285803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443F5DD9-77E5-DEC7-ED1C-64EA0592C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3194" y="251287"/>
              <a:ext cx="5528806" cy="4231262"/>
            </a:xfrm>
            <a:prstGeom prst="rect">
              <a:avLst/>
            </a:prstGeom>
          </p:spPr>
        </p:pic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F7722E08-3087-9810-68D4-733105653956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H="1" flipV="1">
              <a:off x="6105833" y="2495380"/>
              <a:ext cx="1295402" cy="292065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F2AAEC-DE06-2239-2A66-69D0B577BAE2}"/>
                </a:ext>
              </a:extLst>
            </p:cNvPr>
            <p:cNvSpPr txBox="1"/>
            <p:nvPr/>
          </p:nvSpPr>
          <p:spPr>
            <a:xfrm>
              <a:off x="1696065" y="1710550"/>
              <a:ext cx="4409768" cy="156966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dirty="0" err="1">
                  <a:latin typeface="Aptos Display" panose="020B0004020202020204" pitchFamily="34" charset="0"/>
                </a:rPr>
                <a:t>Ko’rsatilgan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xatolik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ustida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sichqonchani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ikki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marta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bosamiz</a:t>
              </a:r>
              <a:r>
                <a:rPr lang="en-US" sz="3200" dirty="0">
                  <a:latin typeface="Aptos Display" panose="020B0004020202020204" pitchFamily="34" charset="0"/>
                </a:rPr>
                <a:t> </a:t>
              </a:r>
              <a:r>
                <a:rPr lang="en-US" sz="3200" dirty="0" err="1">
                  <a:latin typeface="Aptos Display" panose="020B0004020202020204" pitchFamily="34" charset="0"/>
                </a:rPr>
                <a:t>va</a:t>
              </a:r>
              <a:r>
                <a:rPr lang="en-US" sz="3200" dirty="0">
                  <a:latin typeface="Aptos Display" panose="020B0004020202020204" pitchFamily="34" charset="0"/>
                </a:rPr>
                <a:t>…</a:t>
              </a:r>
              <a:endParaRPr lang="ru-RU" sz="3200" dirty="0">
                <a:latin typeface="Aptos Display" panose="020B0004020202020204" pitchFamily="34" charset="0"/>
              </a:endParaRPr>
            </a:p>
          </p:txBody>
        </p:sp>
        <p:cxnSp>
          <p:nvCxnSpPr>
            <p:cNvPr id="19" name="Прямая со стрелкой 18">
              <a:extLst>
                <a:ext uri="{FF2B5EF4-FFF2-40B4-BE49-F238E27FC236}">
                  <a16:creationId xmlns:a16="http://schemas.microsoft.com/office/drawing/2014/main" id="{D1CBBB9E-6978-24B7-5F6B-AF84F292FC80}"/>
                </a:ext>
              </a:extLst>
            </p:cNvPr>
            <p:cNvCxnSpPr>
              <a:cxnSpLocks/>
            </p:cNvCxnSpPr>
            <p:nvPr/>
          </p:nvCxnSpPr>
          <p:spPr>
            <a:xfrm>
              <a:off x="4852219" y="5537090"/>
              <a:ext cx="181097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01F8A62-9F28-2168-0961-CCAD0F25B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88" y="4794140"/>
            <a:ext cx="6705600" cy="1485900"/>
          </a:xfrm>
          <a:prstGeom prst="rect">
            <a:avLst/>
          </a:prstGeom>
        </p:spPr>
      </p:pic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C25D1FD-8BF1-B928-B1AA-AFBB5030980D}"/>
              </a:ext>
            </a:extLst>
          </p:cNvPr>
          <p:cNvCxnSpPr>
            <a:cxnSpLocks/>
          </p:cNvCxnSpPr>
          <p:nvPr/>
        </p:nvCxnSpPr>
        <p:spPr>
          <a:xfrm>
            <a:off x="5161935" y="5537090"/>
            <a:ext cx="1916670" cy="321019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617CA54-3D13-F5BD-CE80-14A1F1816057}"/>
              </a:ext>
            </a:extLst>
          </p:cNvPr>
          <p:cNvSpPr txBox="1"/>
          <p:nvPr/>
        </p:nvSpPr>
        <p:spPr>
          <a:xfrm>
            <a:off x="7263582" y="4912769"/>
            <a:ext cx="4036137" cy="156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Aptos Display" panose="020B0004020202020204" pitchFamily="34" charset="0"/>
              </a:rPr>
              <a:t>Dasturning</a:t>
            </a:r>
            <a:r>
              <a:rPr lang="en-US" sz="3200" dirty="0">
                <a:latin typeface="Aptos Display" panose="020B0004020202020204" pitchFamily="34" charset="0"/>
              </a:rPr>
              <a:t> xató </a:t>
            </a:r>
            <a:r>
              <a:rPr lang="en-US" sz="3200" dirty="0" err="1">
                <a:latin typeface="Aptos Display" panose="020B0004020202020204" pitchFamily="34" charset="0"/>
              </a:rPr>
              <a:t>qismi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qora</a:t>
            </a:r>
            <a:r>
              <a:rPr lang="en-US" sz="3200" dirty="0">
                <a:latin typeface="Aptos Display" panose="020B0004020202020204" pitchFamily="34" charset="0"/>
              </a:rPr>
              <a:t> rang </a:t>
            </a:r>
            <a:r>
              <a:rPr lang="en-US" sz="3200" dirty="0" err="1">
                <a:latin typeface="Aptos Display" panose="020B0004020202020204" pitchFamily="34" charset="0"/>
              </a:rPr>
              <a:t>bilan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belgilanib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o’chib</a:t>
            </a:r>
            <a:r>
              <a:rPr lang="en-US" sz="3200" dirty="0">
                <a:latin typeface="Aptos Display" panose="020B0004020202020204" pitchFamily="34" charset="0"/>
              </a:rPr>
              <a:t> </a:t>
            </a:r>
            <a:r>
              <a:rPr lang="en-US" sz="3200" dirty="0" err="1">
                <a:latin typeface="Aptos Display" panose="020B0004020202020204" pitchFamily="34" charset="0"/>
              </a:rPr>
              <a:t>yonadi</a:t>
            </a:r>
            <a:endParaRPr lang="ru-RU" sz="32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21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270B1-5DCB-FAF6-9688-E6DC534AD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79" y="21748"/>
            <a:ext cx="10515600" cy="59151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Aptos Display" panose="020B0004020202020204" pitchFamily="34" charset="0"/>
              </a:rPr>
              <a:t>Mantiqiy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elementlar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yordamida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dastur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tuzish</a:t>
            </a:r>
            <a:endParaRPr lang="ru-RU" b="1" dirty="0">
              <a:latin typeface="Aptos Display" panose="020B0004020202020204" pitchFamily="34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41C9AAE4-1012-AFC0-82FE-B9928187844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4859" y="557679"/>
            <a:ext cx="3435852" cy="592387"/>
          </a:xfrm>
        </p:spPr>
      </p:pic>
      <p:sp>
        <p:nvSpPr>
          <p:cNvPr id="11" name="Объект 10">
            <a:extLst>
              <a:ext uri="{FF2B5EF4-FFF2-40B4-BE49-F238E27FC236}">
                <a16:creationId xmlns:a16="http://schemas.microsoft.com/office/drawing/2014/main" id="{971038F3-FC45-C325-79C6-57AD0A9C0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88" y="1182046"/>
            <a:ext cx="7060676" cy="5274572"/>
          </a:xfrm>
        </p:spPr>
        <p:txBody>
          <a:bodyPr>
            <a:noAutofit/>
          </a:bodyPr>
          <a:lstStyle/>
          <a:p>
            <a:pPr algn="just"/>
            <a:r>
              <a:rPr lang="en-US" sz="3000" dirty="0" err="1">
                <a:latin typeface="Aptos Display" panose="020B0004020202020204" pitchFamily="34" charset="0"/>
              </a:rPr>
              <a:t>Ushbu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ifoda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berilgan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bo‘lsin</a:t>
            </a:r>
            <a:r>
              <a:rPr lang="en-US" sz="3000" dirty="0">
                <a:latin typeface="Aptos Display" panose="020B0004020202020204" pitchFamily="34" charset="0"/>
              </a:rPr>
              <a:t>. </a:t>
            </a:r>
          </a:p>
          <a:p>
            <a:pPr algn="just"/>
            <a:r>
              <a:rPr lang="en-US" sz="3000" dirty="0" err="1">
                <a:latin typeface="Aptos Display" panose="020B0004020202020204" pitchFamily="34" charset="0"/>
              </a:rPr>
              <a:t>Ushbu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ifodada</a:t>
            </a:r>
            <a:r>
              <a:rPr lang="en-US" sz="3000" dirty="0">
                <a:latin typeface="Aptos Display" panose="020B0004020202020204" pitchFamily="34" charset="0"/>
              </a:rPr>
              <a:t> 3 ta </a:t>
            </a:r>
            <a:r>
              <a:rPr lang="en-US" sz="3000" dirty="0" err="1">
                <a:latin typeface="Aptos Display" panose="020B0004020202020204" pitchFamily="34" charset="0"/>
              </a:rPr>
              <a:t>o‘zgaruvchi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bo‘lib</a:t>
            </a:r>
            <a:r>
              <a:rPr lang="en-US" sz="3000" dirty="0">
                <a:latin typeface="Aptos Display" panose="020B0004020202020204" pitchFamily="34" charset="0"/>
              </a:rPr>
              <a:t>, 3 ta </a:t>
            </a:r>
            <a:r>
              <a:rPr lang="en-US" sz="3000" dirty="0" err="1">
                <a:latin typeface="Aptos Display" panose="020B0004020202020204" pitchFamily="34" charset="0"/>
              </a:rPr>
              <a:t>kirishga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ega</a:t>
            </a:r>
            <a:r>
              <a:rPr lang="en-US" sz="3000" dirty="0">
                <a:latin typeface="Aptos Display" panose="020B0004020202020204" pitchFamily="34" charset="0"/>
              </a:rPr>
              <a:t>, A,B,C </a:t>
            </a:r>
            <a:r>
              <a:rPr lang="en-US" sz="3000" dirty="0" err="1">
                <a:latin typeface="Aptos Display" panose="020B0004020202020204" pitchFamily="34" charset="0"/>
              </a:rPr>
              <a:t>kirish</a:t>
            </a:r>
            <a:r>
              <a:rPr lang="en-US" sz="3000" dirty="0">
                <a:latin typeface="Aptos Display" panose="020B0004020202020204" pitchFamily="34" charset="0"/>
              </a:rPr>
              <a:t>. </a:t>
            </a:r>
            <a:r>
              <a:rPr lang="en-US" sz="3000" dirty="0" err="1">
                <a:latin typeface="Aptos Display" panose="020B0004020202020204" pitchFamily="34" charset="0"/>
              </a:rPr>
              <a:t>Shuning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uchun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b="1" dirty="0" err="1">
                <a:latin typeface="Aptos Display" panose="020B0004020202020204" pitchFamily="34" charset="0"/>
              </a:rPr>
              <a:t>Yuza</a:t>
            </a:r>
            <a:r>
              <a:rPr lang="en-US" sz="3000" b="1" dirty="0">
                <a:latin typeface="Aptos Display" panose="020B0004020202020204" pitchFamily="34" charset="0"/>
              </a:rPr>
              <a:t> </a:t>
            </a:r>
            <a:r>
              <a:rPr lang="en-US" sz="3000" b="1" dirty="0" err="1">
                <a:latin typeface="Aptos Display" panose="020B0004020202020204" pitchFamily="34" charset="0"/>
              </a:rPr>
              <a:t>panelda</a:t>
            </a:r>
            <a:r>
              <a:rPr lang="en-US" sz="3000" b="1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ularga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mos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boshqaruv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elementlari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hamda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indikatorlarni</a:t>
            </a:r>
            <a:r>
              <a:rPr lang="en-US" sz="3000" dirty="0">
                <a:latin typeface="Aptos Display" panose="020B0004020202020204" pitchFamily="34" charset="0"/>
              </a:rPr>
              <a:t> (</a:t>
            </a:r>
            <a:r>
              <a:rPr lang="en-US" sz="3000" dirty="0" err="1">
                <a:latin typeface="Aptos Display" panose="020B0004020202020204" pitchFamily="34" charset="0"/>
              </a:rPr>
              <a:t>mantiqiy</a:t>
            </a:r>
            <a:r>
              <a:rPr lang="en-US" sz="3000" dirty="0">
                <a:latin typeface="Aptos Display" panose="020B0004020202020204" pitchFamily="34" charset="0"/>
              </a:rPr>
              <a:t>) </a:t>
            </a:r>
            <a:r>
              <a:rPr lang="en-US" sz="3000" dirty="0" err="1">
                <a:latin typeface="Aptos Display" panose="020B0004020202020204" pitchFamily="34" charset="0"/>
              </a:rPr>
              <a:t>tanlab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olamiz</a:t>
            </a:r>
            <a:r>
              <a:rPr lang="en-US" sz="3000" dirty="0">
                <a:latin typeface="Aptos Display" panose="020B0004020202020204" pitchFamily="34" charset="0"/>
              </a:rPr>
              <a:t>:</a:t>
            </a:r>
          </a:p>
          <a:p>
            <a:pPr algn="just"/>
            <a:r>
              <a:rPr lang="en-US" sz="3000" dirty="0">
                <a:latin typeface="Aptos Display" panose="020B0004020202020204" pitchFamily="34" charset="0"/>
              </a:rPr>
              <a:t>Controls/Numeric/ Boolean/Push Button. Demak, Push </a:t>
            </a:r>
            <a:r>
              <a:rPr lang="en-US" sz="3000" dirty="0" err="1">
                <a:latin typeface="Aptos Display" panose="020B0004020202020204" pitchFamily="34" charset="0"/>
              </a:rPr>
              <a:t>Buttondan</a:t>
            </a:r>
            <a:r>
              <a:rPr lang="en-US" sz="3000" dirty="0">
                <a:latin typeface="Aptos Display" panose="020B0004020202020204" pitchFamily="34" charset="0"/>
              </a:rPr>
              <a:t> 3 </a:t>
            </a:r>
            <a:r>
              <a:rPr lang="en-US" sz="3000" dirty="0" err="1">
                <a:latin typeface="Aptos Display" panose="020B0004020202020204" pitchFamily="34" charset="0"/>
              </a:rPr>
              <a:t>olib</a:t>
            </a:r>
            <a:r>
              <a:rPr lang="en-US" sz="3000" dirty="0">
                <a:latin typeface="Aptos Display" panose="020B0004020202020204" pitchFamily="34" charset="0"/>
              </a:rPr>
              <a:t>, </a:t>
            </a:r>
            <a:r>
              <a:rPr lang="en-US" sz="3000" dirty="0" err="1">
                <a:latin typeface="Aptos Display" panose="020B0004020202020204" pitchFamily="34" charset="0"/>
              </a:rPr>
              <a:t>ularni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mos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ravishda</a:t>
            </a:r>
            <a:r>
              <a:rPr lang="en-US" sz="3000" dirty="0">
                <a:latin typeface="Aptos Display" panose="020B0004020202020204" pitchFamily="34" charset="0"/>
              </a:rPr>
              <a:t> A,B,C deb </a:t>
            </a:r>
            <a:r>
              <a:rPr lang="en-US" sz="3000" dirty="0" err="1">
                <a:latin typeface="Aptos Display" panose="020B0004020202020204" pitchFamily="34" charset="0"/>
              </a:rPr>
              <a:t>nomlaymiz</a:t>
            </a:r>
            <a:r>
              <a:rPr lang="en-US" sz="3000" dirty="0">
                <a:latin typeface="Aptos Display" panose="020B0004020202020204" pitchFamily="34" charset="0"/>
              </a:rPr>
              <a:t>. </a:t>
            </a:r>
          </a:p>
          <a:p>
            <a:pPr algn="just"/>
            <a:r>
              <a:rPr lang="en-US" sz="3000" dirty="0" err="1">
                <a:latin typeface="Aptos Display" panose="020B0004020202020204" pitchFamily="34" charset="0"/>
              </a:rPr>
              <a:t>Hamda</a:t>
            </a:r>
            <a:r>
              <a:rPr lang="en-US" sz="3000" dirty="0">
                <a:latin typeface="Aptos Display" panose="020B0004020202020204" pitchFamily="34" charset="0"/>
              </a:rPr>
              <a:t> Controls/Numeric/ Boolean/Round Led </a:t>
            </a:r>
            <a:r>
              <a:rPr lang="en-US" sz="3000" dirty="0" err="1">
                <a:latin typeface="Aptos Display" panose="020B0004020202020204" pitchFamily="34" charset="0"/>
              </a:rPr>
              <a:t>orqali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bitta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indikator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o’rnatamiz</a:t>
            </a:r>
            <a:endParaRPr lang="ru-RU" sz="3000" dirty="0">
              <a:latin typeface="Aptos Display" panose="020B0004020202020204" pitchFamily="34" charset="0"/>
            </a:endParaRP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3169F3EA-3726-E42E-DB34-4343FF2018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356" y="761541"/>
            <a:ext cx="4939644" cy="569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31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792A11A-B461-DCEC-33D2-E3922674E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28283" y="0"/>
            <a:ext cx="6862713" cy="2318994"/>
          </a:xfrm>
        </p:spPr>
        <p:txBody>
          <a:bodyPr>
            <a:noAutofit/>
          </a:bodyPr>
          <a:lstStyle/>
          <a:p>
            <a:pPr algn="just"/>
            <a:r>
              <a:rPr lang="en-US" sz="3000" b="1" dirty="0" err="1">
                <a:latin typeface="Aptos Display" panose="020B0004020202020204" pitchFamily="34" charset="0"/>
              </a:rPr>
              <a:t>Diagrammalar</a:t>
            </a:r>
            <a:r>
              <a:rPr lang="en-US" sz="3000" b="1" dirty="0">
                <a:latin typeface="Aptos Display" panose="020B0004020202020204" pitchFamily="34" charset="0"/>
              </a:rPr>
              <a:t> </a:t>
            </a:r>
            <a:r>
              <a:rPr lang="en-US" sz="3000" b="1" dirty="0" err="1">
                <a:latin typeface="Aptos Display" panose="020B0004020202020204" pitchFamily="34" charset="0"/>
              </a:rPr>
              <a:t>bloki</a:t>
            </a:r>
            <a:r>
              <a:rPr lang="en-US" sz="3000" dirty="0" err="1">
                <a:latin typeface="Aptos Display" panose="020B0004020202020204" pitchFamily="34" charset="0"/>
              </a:rPr>
              <a:t>da</a:t>
            </a:r>
            <a:r>
              <a:rPr lang="en-US" sz="3000" dirty="0">
                <a:latin typeface="Aptos Display" panose="020B0004020202020204" pitchFamily="34" charset="0"/>
              </a:rPr>
              <a:t> Functions/Boolean/And, Or, Not, Not exclusive Or </a:t>
            </a:r>
            <a:r>
              <a:rPr lang="en-US" sz="3000" dirty="0" err="1">
                <a:latin typeface="Aptos Display" panose="020B0004020202020204" pitchFamily="34" charset="0"/>
              </a:rPr>
              <a:t>kabi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tugunlarni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mantiqiy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ifodada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berilgan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amallarga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muvofiq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joylaymiz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va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ulaymiz</a:t>
            </a:r>
            <a:r>
              <a:rPr lang="en-US" sz="3000" dirty="0">
                <a:latin typeface="Aptos Display" panose="020B0004020202020204" pitchFamily="34" charset="0"/>
              </a:rPr>
              <a:t>. </a:t>
            </a:r>
          </a:p>
          <a:p>
            <a:pPr algn="just">
              <a:lnSpc>
                <a:spcPct val="100000"/>
              </a:lnSpc>
            </a:pPr>
            <a:r>
              <a:rPr lang="en-US" sz="3000" dirty="0">
                <a:latin typeface="Aptos Display" panose="020B0004020202020204" pitchFamily="34" charset="0"/>
              </a:rPr>
              <a:t> </a:t>
            </a:r>
            <a:endParaRPr lang="ru-RU" sz="3000" dirty="0">
              <a:latin typeface="Aptos Display" panose="020B0004020202020204" pitchFamily="34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5AF9D0A-4B46-1EAE-989A-5953019779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713" y="0"/>
            <a:ext cx="5416978" cy="4544926"/>
          </a:xfr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1947D57-0FA4-D827-156A-B0C47DCFD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6639"/>
            <a:ext cx="5936823" cy="40905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9C2361-1897-48FA-E500-AEF1F5E5FAFD}"/>
              </a:ext>
            </a:extLst>
          </p:cNvPr>
          <p:cNvSpPr txBox="1"/>
          <p:nvPr/>
        </p:nvSpPr>
        <p:spPr>
          <a:xfrm>
            <a:off x="6412289" y="5169758"/>
            <a:ext cx="59368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dirty="0" err="1">
                <a:latin typeface="Aptos Display" panose="020B0004020202020204" pitchFamily="34" charset="0"/>
              </a:rPr>
              <a:t>Natijada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quyidagi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diagramma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hosil</a:t>
            </a:r>
            <a:r>
              <a:rPr lang="en-US" sz="3000" dirty="0">
                <a:latin typeface="Aptos Display" panose="020B0004020202020204" pitchFamily="34" charset="0"/>
              </a:rPr>
              <a:t> </a:t>
            </a:r>
            <a:r>
              <a:rPr lang="en-US" sz="3000" dirty="0" err="1">
                <a:latin typeface="Aptos Display" panose="020B0004020202020204" pitchFamily="34" charset="0"/>
              </a:rPr>
              <a:t>bo‘ladi</a:t>
            </a:r>
            <a:r>
              <a:rPr lang="en-US" sz="3000" dirty="0">
                <a:latin typeface="Aptos Display" panose="020B0004020202020204" pitchFamily="34" charset="0"/>
              </a:rPr>
              <a:t>:</a:t>
            </a:r>
            <a:endParaRPr lang="ru-RU" sz="3000" dirty="0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E36E93F3-AA7A-AB3F-7C3B-45700161EAD6}"/>
              </a:ext>
            </a:extLst>
          </p:cNvPr>
          <p:cNvSpPr/>
          <p:nvPr/>
        </p:nvSpPr>
        <p:spPr>
          <a:xfrm rot="10800000">
            <a:off x="5936822" y="5561814"/>
            <a:ext cx="765635" cy="34879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9480112E-6B8E-C0E8-DBC6-62A8E5D99738}"/>
              </a:ext>
            </a:extLst>
          </p:cNvPr>
          <p:cNvSpPr/>
          <p:nvPr/>
        </p:nvSpPr>
        <p:spPr>
          <a:xfrm>
            <a:off x="5634133" y="1820059"/>
            <a:ext cx="765635" cy="34879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45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BC2D69A-2C2A-C236-D8ED-C474DE41E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14" y="216816"/>
            <a:ext cx="5944386" cy="5960147"/>
          </a:xfrm>
        </p:spPr>
        <p:txBody>
          <a:bodyPr/>
          <a:lstStyle/>
          <a:p>
            <a:r>
              <a:rPr lang="en-US" dirty="0" err="1"/>
              <a:t>Dasturni</a:t>
            </a:r>
            <a:r>
              <a:rPr lang="en-US" dirty="0"/>
              <a:t> </a:t>
            </a:r>
            <a:r>
              <a:rPr lang="en-US" dirty="0" err="1"/>
              <a:t>ishga</a:t>
            </a:r>
            <a:r>
              <a:rPr lang="en-US" dirty="0"/>
              <a:t> </a:t>
            </a:r>
            <a:r>
              <a:rPr lang="en-US" dirty="0" err="1"/>
              <a:t>tushiramiz</a:t>
            </a:r>
            <a:r>
              <a:rPr lang="en-US" dirty="0"/>
              <a:t> A,B,C </a:t>
            </a:r>
            <a:r>
              <a:rPr lang="en-US" dirty="0" err="1"/>
              <a:t>larni</a:t>
            </a:r>
            <a:r>
              <a:rPr lang="en-US" dirty="0"/>
              <a:t> </a:t>
            </a:r>
            <a:r>
              <a:rPr lang="en-US" dirty="0" err="1"/>
              <a:t>Rostlik</a:t>
            </a:r>
            <a:r>
              <a:rPr lang="en-US" dirty="0"/>
              <a:t> </a:t>
            </a:r>
            <a:r>
              <a:rPr lang="en-US" dirty="0" err="1"/>
              <a:t>jadvaliga</a:t>
            </a:r>
            <a:r>
              <a:rPr lang="en-US" dirty="0"/>
              <a:t> </a:t>
            </a:r>
            <a:r>
              <a:rPr lang="en-US" dirty="0" err="1"/>
              <a:t>muvofiq</a:t>
            </a:r>
            <a:r>
              <a:rPr lang="en-US" dirty="0"/>
              <a:t> </a:t>
            </a:r>
            <a:r>
              <a:rPr lang="en-US" dirty="0" err="1"/>
              <a:t>o’chirib</a:t>
            </a:r>
            <a:r>
              <a:rPr lang="en-US" dirty="0"/>
              <a:t> </a:t>
            </a:r>
            <a:r>
              <a:rPr lang="en-US" dirty="0" err="1"/>
              <a:t>yoqamiz</a:t>
            </a:r>
            <a:r>
              <a:rPr lang="en-US" dirty="0"/>
              <a:t>. Bu </a:t>
            </a:r>
            <a:r>
              <a:rPr lang="en-US" dirty="0" err="1"/>
              <a:t>ifodani</a:t>
            </a:r>
            <a:r>
              <a:rPr lang="en-US" dirty="0"/>
              <a:t> </a:t>
            </a:r>
            <a:r>
              <a:rPr lang="en-US" dirty="0" err="1"/>
              <a:t>Rostlik</a:t>
            </a:r>
            <a:r>
              <a:rPr lang="en-US" dirty="0"/>
              <a:t> </a:t>
            </a:r>
            <a:r>
              <a:rPr lang="en-US" dirty="0" err="1"/>
              <a:t>jadvalini</a:t>
            </a:r>
            <a:r>
              <a:rPr lang="en-US" dirty="0"/>
              <a:t> </a:t>
            </a:r>
            <a:r>
              <a:rPr lang="en-US" dirty="0" err="1"/>
              <a:t>tuzib</a:t>
            </a:r>
            <a:r>
              <a:rPr lang="en-US" dirty="0"/>
              <a:t> </a:t>
            </a:r>
            <a:r>
              <a:rPr lang="en-US" dirty="0" err="1"/>
              <a:t>olamiz</a:t>
            </a:r>
            <a:r>
              <a:rPr lang="en-US" dirty="0"/>
              <a:t>.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A193A3A-B67E-B17A-688A-E618447C12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509" y="62024"/>
            <a:ext cx="6195018" cy="2892465"/>
          </a:xfrm>
        </p:spPr>
      </p:pic>
      <p:pic>
        <p:nvPicPr>
          <p:cNvPr id="7" name="Объект 9">
            <a:extLst>
              <a:ext uri="{FF2B5EF4-FFF2-40B4-BE49-F238E27FC236}">
                <a16:creationId xmlns:a16="http://schemas.microsoft.com/office/drawing/2014/main" id="{D7FD9FA8-ACFF-0564-7464-929D9EEB0442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9681" y="1856221"/>
            <a:ext cx="3435852" cy="592387"/>
          </a:xfrm>
          <a:prstGeom prst="rect">
            <a:avLst/>
          </a:prstGeom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DEECDC84-CCDA-ADA5-C1CC-0B0B9CCE3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580408"/>
              </p:ext>
            </p:extLst>
          </p:nvPr>
        </p:nvGraphicFramePr>
        <p:xfrm>
          <a:off x="333375" y="2661868"/>
          <a:ext cx="5567805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6501">
                  <a:extLst>
                    <a:ext uri="{9D8B030D-6E8A-4147-A177-3AD203B41FA5}">
                      <a16:colId xmlns:a16="http://schemas.microsoft.com/office/drawing/2014/main" val="3088453802"/>
                    </a:ext>
                  </a:extLst>
                </a:gridCol>
                <a:gridCol w="538912">
                  <a:extLst>
                    <a:ext uri="{9D8B030D-6E8A-4147-A177-3AD203B41FA5}">
                      <a16:colId xmlns:a16="http://schemas.microsoft.com/office/drawing/2014/main" val="3497151728"/>
                    </a:ext>
                  </a:extLst>
                </a:gridCol>
                <a:gridCol w="558724">
                  <a:extLst>
                    <a:ext uri="{9D8B030D-6E8A-4147-A177-3AD203B41FA5}">
                      <a16:colId xmlns:a16="http://schemas.microsoft.com/office/drawing/2014/main" val="1124322940"/>
                    </a:ext>
                  </a:extLst>
                </a:gridCol>
                <a:gridCol w="532117">
                  <a:extLst>
                    <a:ext uri="{9D8B030D-6E8A-4147-A177-3AD203B41FA5}">
                      <a16:colId xmlns:a16="http://schemas.microsoft.com/office/drawing/2014/main" val="3391611197"/>
                    </a:ext>
                  </a:extLst>
                </a:gridCol>
                <a:gridCol w="1021664">
                  <a:extLst>
                    <a:ext uri="{9D8B030D-6E8A-4147-A177-3AD203B41FA5}">
                      <a16:colId xmlns:a16="http://schemas.microsoft.com/office/drawing/2014/main" val="1135056158"/>
                    </a:ext>
                  </a:extLst>
                </a:gridCol>
                <a:gridCol w="1021664">
                  <a:extLst>
                    <a:ext uri="{9D8B030D-6E8A-4147-A177-3AD203B41FA5}">
                      <a16:colId xmlns:a16="http://schemas.microsoft.com/office/drawing/2014/main" val="222990011"/>
                    </a:ext>
                  </a:extLst>
                </a:gridCol>
                <a:gridCol w="1568223">
                  <a:extLst>
                    <a:ext uri="{9D8B030D-6E8A-4147-A177-3AD203B41FA5}">
                      <a16:colId xmlns:a16="http://schemas.microsoft.com/office/drawing/2014/main" val="2703851898"/>
                    </a:ext>
                  </a:extLst>
                </a:gridCol>
              </a:tblGrid>
              <a:tr h="335856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A˄B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ꞀB˅C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A˄B ↔ꞀB˅C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027845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638219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673308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819090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988799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744758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044487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70946"/>
                  </a:ext>
                </a:extLst>
              </a:tr>
              <a:tr h="33585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40232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0B225E-3FCC-BFD3-74C9-26915DA33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509" y="3393655"/>
            <a:ext cx="6195018" cy="311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2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C95FD5-FBDC-BDA7-CE8A-9FC3F86D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87" y="132736"/>
            <a:ext cx="11371007" cy="1041759"/>
          </a:xfrm>
        </p:spPr>
        <p:txBody>
          <a:bodyPr/>
          <a:lstStyle/>
          <a:p>
            <a:pPr algn="ctr"/>
            <a:r>
              <a:rPr lang="en-US" dirty="0" err="1">
                <a:latin typeface="Aptos Display" panose="020B0004020202020204" pitchFamily="34" charset="0"/>
              </a:rPr>
              <a:t>Ichki</a:t>
            </a:r>
            <a:r>
              <a:rPr lang="en-US" dirty="0">
                <a:latin typeface="Aptos Display" panose="020B0004020202020204" pitchFamily="34" charset="0"/>
              </a:rPr>
              <a:t> Virtual </a:t>
            </a:r>
            <a:r>
              <a:rPr lang="en-US" dirty="0" err="1">
                <a:latin typeface="Aptos Display" panose="020B0004020202020204" pitchFamily="34" charset="0"/>
              </a:rPr>
              <a:t>uskuna</a:t>
            </a:r>
            <a:r>
              <a:rPr lang="en-US" dirty="0">
                <a:latin typeface="Aptos Display" panose="020B0004020202020204" pitchFamily="34" charset="0"/>
              </a:rPr>
              <a:t> </a:t>
            </a:r>
            <a:r>
              <a:rPr lang="en-US" dirty="0" err="1">
                <a:latin typeface="Aptos Display" panose="020B0004020202020204" pitchFamily="34" charset="0"/>
              </a:rPr>
              <a:t>yaratish</a:t>
            </a:r>
            <a:r>
              <a:rPr lang="en-US" dirty="0">
                <a:latin typeface="Aptos Display" panose="020B0004020202020204" pitchFamily="34" charset="0"/>
              </a:rPr>
              <a:t> </a:t>
            </a:r>
            <a:r>
              <a:rPr lang="en-US" dirty="0" err="1">
                <a:latin typeface="Aptos Display" panose="020B0004020202020204" pitchFamily="34" charset="0"/>
              </a:rPr>
              <a:t>va</a:t>
            </a:r>
            <a:r>
              <a:rPr lang="en-US" dirty="0">
                <a:latin typeface="Aptos Display" panose="020B0004020202020204" pitchFamily="34" charset="0"/>
              </a:rPr>
              <a:t> </a:t>
            </a:r>
            <a:r>
              <a:rPr lang="en-US" dirty="0" err="1">
                <a:latin typeface="Aptos Display" panose="020B0004020202020204" pitchFamily="34" charset="0"/>
              </a:rPr>
              <a:t>undan</a:t>
            </a:r>
            <a:r>
              <a:rPr lang="en-US" dirty="0">
                <a:latin typeface="Aptos Display" panose="020B0004020202020204" pitchFamily="34" charset="0"/>
              </a:rPr>
              <a:t> </a:t>
            </a:r>
            <a:r>
              <a:rPr lang="en-US" dirty="0" err="1">
                <a:latin typeface="Aptos Display" panose="020B0004020202020204" pitchFamily="34" charset="0"/>
              </a:rPr>
              <a:t>foydalanish</a:t>
            </a:r>
            <a:endParaRPr lang="ru-RU" dirty="0">
              <a:latin typeface="Aptos Display" panose="020B0004020202020204" pitchFamily="34" charset="0"/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ABB21BC-4C56-48EA-A83E-67AF74C6F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86663A-1DA8-06DE-0377-3A0B1E5A2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107"/>
            <a:ext cx="12192000" cy="403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3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AB8391-1C45-9216-3D7A-5525F5FC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Aptos Display" panose="020B0004020202020204" pitchFamily="34" charset="0"/>
              </a:rPr>
              <a:t>Videodars</a:t>
            </a:r>
            <a:r>
              <a:rPr lang="en-US" b="1" dirty="0">
                <a:latin typeface="Aptos Display" panose="020B0004020202020204" pitchFamily="34" charset="0"/>
              </a:rPr>
              <a:t> </a:t>
            </a:r>
            <a:r>
              <a:rPr lang="en-US" b="1" dirty="0" err="1">
                <a:latin typeface="Aptos Display" panose="020B0004020202020204" pitchFamily="34" charset="0"/>
              </a:rPr>
              <a:t>ssilkasi</a:t>
            </a:r>
            <a:endParaRPr lang="ru-RU" b="1" dirty="0">
              <a:latin typeface="Aptos Display" panose="020B00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7968C1-168E-85F8-1E56-1A5A8EFBB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1796128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https://yandex.uz/video/preview/5716290641590966130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2380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343</Words>
  <Application>Microsoft Office PowerPoint</Application>
  <PresentationFormat>Широкоэкранный</PresentationFormat>
  <Paragraphs>87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 Display</vt:lpstr>
      <vt:lpstr>Arial</vt:lpstr>
      <vt:lpstr>Calibri</vt:lpstr>
      <vt:lpstr>Calibri Light</vt:lpstr>
      <vt:lpstr>Тема Office</vt:lpstr>
      <vt:lpstr>Dasturni otladkalash usullari</vt:lpstr>
      <vt:lpstr>Reja</vt:lpstr>
      <vt:lpstr>VU ni xatoliklari bilan ishlash (otladka)</vt:lpstr>
      <vt:lpstr>Презентация PowerPoint</vt:lpstr>
      <vt:lpstr>Mantiqiy elementlar yordamida dastur tuzish</vt:lpstr>
      <vt:lpstr>Презентация PowerPoint</vt:lpstr>
      <vt:lpstr>Презентация PowerPoint</vt:lpstr>
      <vt:lpstr>Ichki Virtual uskuna yaratish va undan foydalanish</vt:lpstr>
      <vt:lpstr>Videodars ssilkasi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ORGTech</dc:creator>
  <cp:lastModifiedBy>ORGTech</cp:lastModifiedBy>
  <cp:revision>4</cp:revision>
  <dcterms:created xsi:type="dcterms:W3CDTF">2024-10-14T06:00:18Z</dcterms:created>
  <dcterms:modified xsi:type="dcterms:W3CDTF">2024-11-02T08:11:23Z</dcterms:modified>
</cp:coreProperties>
</file>