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56" r:id="rId2"/>
    <p:sldId id="359" r:id="rId3"/>
    <p:sldId id="352" r:id="rId4"/>
    <p:sldId id="353" r:id="rId5"/>
    <p:sldId id="354" r:id="rId6"/>
    <p:sldId id="284" r:id="rId7"/>
    <p:sldId id="355" r:id="rId8"/>
    <p:sldId id="356" r:id="rId9"/>
    <p:sldId id="285" r:id="rId10"/>
    <p:sldId id="305" r:id="rId11"/>
    <p:sldId id="360" r:id="rId12"/>
    <p:sldId id="361" r:id="rId13"/>
    <p:sldId id="362" r:id="rId1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3" d="100"/>
          <a:sy n="73" d="100"/>
        </p:scale>
        <p:origin x="91" y="23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90A19759-0E0A-B0D3-2175-66A74D8B04B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NamMTI Informatsion texnologiyalari kafedrasi dotsenti M.N.Ikromova</a:t>
            </a:r>
            <a:endParaRPr lang="ru-RU"/>
          </a:p>
        </p:txBody>
      </p:sp>
      <p:sp>
        <p:nvSpPr>
          <p:cNvPr id="3" name="Дата 2">
            <a:extLst>
              <a:ext uri="{FF2B5EF4-FFF2-40B4-BE49-F238E27FC236}">
                <a16:creationId xmlns:a16="http://schemas.microsoft.com/office/drawing/2014/main" id="{38021E39-562B-EACF-7042-E0137933E1B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F751C-E21C-4E0D-AA8C-CBDB141694A8}" type="datetimeFigureOut">
              <a:rPr lang="ru-RU" smtClean="0"/>
              <a:t>02.11.2024</a:t>
            </a:fld>
            <a:endParaRPr lang="ru-RU"/>
          </a:p>
        </p:txBody>
      </p:sp>
      <p:sp>
        <p:nvSpPr>
          <p:cNvPr id="4" name="Нижний колонтитул 3">
            <a:extLst>
              <a:ext uri="{FF2B5EF4-FFF2-40B4-BE49-F238E27FC236}">
                <a16:creationId xmlns:a16="http://schemas.microsoft.com/office/drawing/2014/main" id="{C5FD909F-043C-B7DF-DAC2-EDE0C628443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FEC1EE51-BF8C-CC8B-04AB-55319B7A3E0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53AF781-1EBC-4593-9F89-6FF698A38412}" type="slidenum">
              <a:rPr lang="ru-RU" smtClean="0"/>
              <a:t>‹#›</a:t>
            </a:fld>
            <a:endParaRPr lang="ru-RU"/>
          </a:p>
        </p:txBody>
      </p:sp>
    </p:spTree>
    <p:extLst>
      <p:ext uri="{BB962C8B-B14F-4D97-AF65-F5344CB8AC3E}">
        <p14:creationId xmlns:p14="http://schemas.microsoft.com/office/powerpoint/2010/main" val="38316687"/>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NamMTI Informatsion texnologiyalari kafedrasi dotsenti M.N.Ikromova</a:t>
            </a:r>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49E3CB-AD0B-453A-B2C7-3CA5E633530E}" type="datetimeFigureOut">
              <a:rPr lang="ru-RU" smtClean="0"/>
              <a:t>02.11.2024</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2B04AD-7C85-411A-A4AE-F55358A028B0}" type="slidenum">
              <a:rPr lang="ru-RU" smtClean="0"/>
              <a:t>‹#›</a:t>
            </a:fld>
            <a:endParaRPr lang="ru-RU"/>
          </a:p>
        </p:txBody>
      </p:sp>
    </p:spTree>
    <p:extLst>
      <p:ext uri="{BB962C8B-B14F-4D97-AF65-F5344CB8AC3E}">
        <p14:creationId xmlns:p14="http://schemas.microsoft.com/office/powerpoint/2010/main" val="2070795888"/>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fld id="{CFBD9082-B243-4573-BBCF-74EF6EC5C3D0}" type="slidenum">
              <a:rPr lang="ru-RU" altLang="ru-RU"/>
              <a:pPr eaLnBrk="1" hangingPunct="1"/>
              <a:t>6</a:t>
            </a:fld>
            <a:endParaRPr lang="ru-RU" altLang="ru-RU"/>
          </a:p>
        </p:txBody>
      </p:sp>
      <p:sp>
        <p:nvSpPr>
          <p:cNvPr id="100355" name="Rectangle 2"/>
          <p:cNvSpPr>
            <a:spLocks noGrp="1" noRot="1" noChangeAspect="1" noChangeArrowheads="1" noTextEdit="1"/>
          </p:cNvSpPr>
          <p:nvPr>
            <p:ph type="sldImg"/>
          </p:nvPr>
        </p:nvSpPr>
        <p:spPr>
          <a:xfrm>
            <a:off x="382588" y="593725"/>
            <a:ext cx="6096000" cy="3429000"/>
          </a:xfrm>
          <a:ln/>
        </p:spPr>
      </p:sp>
      <p:sp>
        <p:nvSpPr>
          <p:cNvPr id="100356" name="Rectangle 3"/>
          <p:cNvSpPr>
            <a:spLocks noGrp="1" noChangeArrowheads="1"/>
          </p:cNvSpPr>
          <p:nvPr>
            <p:ph type="body" idx="1"/>
          </p:nvPr>
        </p:nvSpPr>
        <p:spPr>
          <a:xfrm>
            <a:off x="912813" y="4125913"/>
            <a:ext cx="5032375" cy="4116387"/>
          </a:xfrm>
          <a:noFill/>
        </p:spPr>
        <p:txBody>
          <a:bodyPr/>
          <a:lstStyle/>
          <a:p>
            <a:pPr eaLnBrk="1" hangingPunct="1">
              <a:spcBef>
                <a:spcPct val="0"/>
              </a:spcBef>
              <a:spcAft>
                <a:spcPct val="30000"/>
              </a:spcAft>
              <a:tabLst>
                <a:tab pos="228600" algn="l"/>
              </a:tabLst>
            </a:pPr>
            <a:r>
              <a:rPr lang="en-US" altLang="ru-RU" sz="1100">
                <a:latin typeface="Times"/>
              </a:rPr>
              <a:t>Both the While and For Loops are located on the </a:t>
            </a:r>
            <a:r>
              <a:rPr lang="en-US" altLang="ru-RU" sz="1100" b="1">
                <a:latin typeface="Times"/>
              </a:rPr>
              <a:t>Functions»Structures </a:t>
            </a:r>
            <a:r>
              <a:rPr lang="en-US" altLang="ru-RU" sz="1100">
                <a:latin typeface="Times"/>
              </a:rPr>
              <a:t>palette. The For Loop differs from the While Loop in that the For Loop executes a set number of times. A While Loop stops executing the subdiagram only if the value at the conditional terminal exists.</a:t>
            </a:r>
            <a:endParaRPr lang="en-US" altLang="ru-RU" sz="1100" b="1">
              <a:latin typeface="Times"/>
            </a:endParaRPr>
          </a:p>
          <a:p>
            <a:pPr eaLnBrk="1" hangingPunct="1">
              <a:spcBef>
                <a:spcPct val="0"/>
              </a:spcBef>
              <a:spcAft>
                <a:spcPct val="30000"/>
              </a:spcAft>
              <a:tabLst>
                <a:tab pos="228600" algn="l"/>
              </a:tabLst>
            </a:pPr>
            <a:r>
              <a:rPr lang="en-US" altLang="ru-RU" sz="1100" b="1">
                <a:latin typeface="Times"/>
              </a:rPr>
              <a:t>While Loops</a:t>
            </a:r>
          </a:p>
          <a:p>
            <a:pPr eaLnBrk="1" hangingPunct="1">
              <a:spcBef>
                <a:spcPct val="0"/>
              </a:spcBef>
              <a:spcAft>
                <a:spcPct val="30000"/>
              </a:spcAft>
              <a:tabLst>
                <a:tab pos="228600" algn="l"/>
              </a:tabLst>
            </a:pPr>
            <a:r>
              <a:rPr lang="en-US" altLang="ru-RU" sz="1100">
                <a:latin typeface="Times"/>
              </a:rPr>
              <a:t>Similar to a Do Loop or a Repeat-Until Loop in text-based programming languages, a While Loop, shown at the top right, executes a subdiagram until a condition is met. The While Loop executes the sub diagram until the conditional terminal, an input terminal, receives a specific Boolean value. The default behavior and appearance of the conditional terminal is </a:t>
            </a:r>
            <a:r>
              <a:rPr lang="en-US" altLang="ru-RU" sz="1100" b="1">
                <a:latin typeface="Times"/>
              </a:rPr>
              <a:t>Stop If True</a:t>
            </a:r>
            <a:r>
              <a:rPr lang="en-US" altLang="ru-RU" sz="1100">
                <a:latin typeface="Times"/>
              </a:rPr>
              <a:t>. When a conditional terminal is </a:t>
            </a:r>
            <a:r>
              <a:rPr lang="en-US" altLang="ru-RU" sz="1100" b="1">
                <a:latin typeface="Times"/>
              </a:rPr>
              <a:t>Stop If True</a:t>
            </a:r>
            <a:r>
              <a:rPr lang="en-US" altLang="ru-RU" sz="1100">
                <a:latin typeface="Times"/>
              </a:rPr>
              <a:t>, the While Loop executes its subdiagram until the conditional terminal receives a TRUE value. The iteration terminal (an output terminal), shown at left, contains the number of completed iterations. The iteration count always starts at zero. During the first iteration, the iteration terminal returns 0.</a:t>
            </a:r>
            <a:endParaRPr lang="en-US" altLang="ru-RU" sz="1100" b="1">
              <a:latin typeface="Times"/>
            </a:endParaRPr>
          </a:p>
          <a:p>
            <a:pPr eaLnBrk="1" hangingPunct="1">
              <a:spcBef>
                <a:spcPct val="0"/>
              </a:spcBef>
              <a:spcAft>
                <a:spcPct val="30000"/>
              </a:spcAft>
              <a:tabLst>
                <a:tab pos="228600" algn="l"/>
              </a:tabLst>
            </a:pPr>
            <a:r>
              <a:rPr lang="en-US" altLang="ru-RU" sz="1100" b="1">
                <a:latin typeface="Times"/>
              </a:rPr>
              <a:t>For Loops</a:t>
            </a:r>
          </a:p>
          <a:p>
            <a:pPr eaLnBrk="1" hangingPunct="1">
              <a:spcBef>
                <a:spcPct val="0"/>
              </a:spcBef>
              <a:spcAft>
                <a:spcPct val="30000"/>
              </a:spcAft>
              <a:tabLst>
                <a:tab pos="228600" algn="l"/>
              </a:tabLst>
            </a:pPr>
            <a:r>
              <a:rPr lang="en-US" altLang="ru-RU" sz="1100">
                <a:latin typeface="Times"/>
              </a:rPr>
              <a:t>A For Loop, shown above, executes a subdiagram a set number of times. The value in the count terminal (an input terminal) represented by the N, indicates how many times to repeat the subdiagram. The iteration terminal (an output terminal), shown at left, contains the number of completed iterations. The iteration count always starts at zero. During the first iteration, the iteration terminal returns 0.</a:t>
            </a:r>
          </a:p>
        </p:txBody>
      </p:sp>
      <p:sp>
        <p:nvSpPr>
          <p:cNvPr id="100357" name="Text Box 4"/>
          <p:cNvSpPr txBox="1">
            <a:spLocks noChangeArrowheads="1"/>
          </p:cNvSpPr>
          <p:nvPr/>
        </p:nvSpPr>
        <p:spPr bwMode="auto">
          <a:xfrm>
            <a:off x="0" y="8748713"/>
            <a:ext cx="6858000" cy="24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030" tIns="50514" rIns="101030" bIns="50514" anchor="b">
            <a:spAutoFit/>
          </a:bodyPr>
          <a:lstStyle>
            <a:lvl1pPr defTabSz="768350" eaLnBrk="0" hangingPunct="0">
              <a:tabLst>
                <a:tab pos="227013" algn="l"/>
                <a:tab pos="3352800" algn="ctr"/>
                <a:tab pos="6435725" algn="r"/>
              </a:tabLst>
              <a:defRPr>
                <a:solidFill>
                  <a:schemeClr val="tx1"/>
                </a:solidFill>
                <a:latin typeface="Times New Roman" pitchFamily="18" charset="0"/>
              </a:defRPr>
            </a:lvl1pPr>
            <a:lvl2pPr marL="742950" indent="-285750" defTabSz="768350" eaLnBrk="0" hangingPunct="0">
              <a:tabLst>
                <a:tab pos="227013" algn="l"/>
                <a:tab pos="3352800" algn="ctr"/>
                <a:tab pos="6435725" algn="r"/>
              </a:tabLst>
              <a:defRPr>
                <a:solidFill>
                  <a:schemeClr val="tx1"/>
                </a:solidFill>
                <a:latin typeface="Times New Roman" pitchFamily="18" charset="0"/>
              </a:defRPr>
            </a:lvl2pPr>
            <a:lvl3pPr marL="1143000" indent="-228600" defTabSz="768350" eaLnBrk="0" hangingPunct="0">
              <a:tabLst>
                <a:tab pos="227013" algn="l"/>
                <a:tab pos="3352800" algn="ctr"/>
                <a:tab pos="6435725" algn="r"/>
              </a:tabLst>
              <a:defRPr>
                <a:solidFill>
                  <a:schemeClr val="tx1"/>
                </a:solidFill>
                <a:latin typeface="Times New Roman" pitchFamily="18" charset="0"/>
              </a:defRPr>
            </a:lvl3pPr>
            <a:lvl4pPr marL="1600200" indent="-228600" defTabSz="768350" eaLnBrk="0" hangingPunct="0">
              <a:tabLst>
                <a:tab pos="227013" algn="l"/>
                <a:tab pos="3352800" algn="ctr"/>
                <a:tab pos="6435725" algn="r"/>
              </a:tabLst>
              <a:defRPr>
                <a:solidFill>
                  <a:schemeClr val="tx1"/>
                </a:solidFill>
                <a:latin typeface="Times New Roman" pitchFamily="18" charset="0"/>
              </a:defRPr>
            </a:lvl4pPr>
            <a:lvl5pPr marL="2057400" indent="-228600" defTabSz="768350" eaLnBrk="0" hangingPunct="0">
              <a:tabLst>
                <a:tab pos="227013" algn="l"/>
                <a:tab pos="3352800" algn="ctr"/>
                <a:tab pos="6435725" algn="r"/>
              </a:tabLst>
              <a:defRPr>
                <a:solidFill>
                  <a:schemeClr val="tx1"/>
                </a:solidFill>
                <a:latin typeface="Times New Roman" pitchFamily="18" charset="0"/>
              </a:defRPr>
            </a:lvl5pPr>
            <a:lvl6pPr marL="2514600" indent="-228600" defTabSz="768350" eaLnBrk="0" fontAlgn="base" hangingPunct="0">
              <a:spcBef>
                <a:spcPct val="0"/>
              </a:spcBef>
              <a:spcAft>
                <a:spcPct val="0"/>
              </a:spcAft>
              <a:tabLst>
                <a:tab pos="227013" algn="l"/>
                <a:tab pos="3352800" algn="ctr"/>
                <a:tab pos="6435725" algn="r"/>
              </a:tabLst>
              <a:defRPr>
                <a:solidFill>
                  <a:schemeClr val="tx1"/>
                </a:solidFill>
                <a:latin typeface="Times New Roman" pitchFamily="18" charset="0"/>
              </a:defRPr>
            </a:lvl6pPr>
            <a:lvl7pPr marL="2971800" indent="-228600" defTabSz="768350" eaLnBrk="0" fontAlgn="base" hangingPunct="0">
              <a:spcBef>
                <a:spcPct val="0"/>
              </a:spcBef>
              <a:spcAft>
                <a:spcPct val="0"/>
              </a:spcAft>
              <a:tabLst>
                <a:tab pos="227013" algn="l"/>
                <a:tab pos="3352800" algn="ctr"/>
                <a:tab pos="6435725" algn="r"/>
              </a:tabLst>
              <a:defRPr>
                <a:solidFill>
                  <a:schemeClr val="tx1"/>
                </a:solidFill>
                <a:latin typeface="Times New Roman" pitchFamily="18" charset="0"/>
              </a:defRPr>
            </a:lvl7pPr>
            <a:lvl8pPr marL="3429000" indent="-228600" defTabSz="768350" eaLnBrk="0" fontAlgn="base" hangingPunct="0">
              <a:spcBef>
                <a:spcPct val="0"/>
              </a:spcBef>
              <a:spcAft>
                <a:spcPct val="0"/>
              </a:spcAft>
              <a:tabLst>
                <a:tab pos="227013" algn="l"/>
                <a:tab pos="3352800" algn="ctr"/>
                <a:tab pos="6435725" algn="r"/>
              </a:tabLst>
              <a:defRPr>
                <a:solidFill>
                  <a:schemeClr val="tx1"/>
                </a:solidFill>
                <a:latin typeface="Times New Roman" pitchFamily="18" charset="0"/>
              </a:defRPr>
            </a:lvl8pPr>
            <a:lvl9pPr marL="3886200" indent="-228600" defTabSz="768350" eaLnBrk="0" fontAlgn="base" hangingPunct="0">
              <a:spcBef>
                <a:spcPct val="0"/>
              </a:spcBef>
              <a:spcAft>
                <a:spcPct val="0"/>
              </a:spcAft>
              <a:tabLst>
                <a:tab pos="227013" algn="l"/>
                <a:tab pos="3352800" algn="ctr"/>
                <a:tab pos="6435725" algn="r"/>
              </a:tabLst>
              <a:defRPr>
                <a:solidFill>
                  <a:schemeClr val="tx1"/>
                </a:solidFill>
                <a:latin typeface="Times New Roman" pitchFamily="18" charset="0"/>
              </a:defRPr>
            </a:lvl9pPr>
          </a:lstStyle>
          <a:p>
            <a:pPr>
              <a:spcBef>
                <a:spcPct val="50000"/>
              </a:spcBef>
            </a:pPr>
            <a:r>
              <a:rPr lang="en-US" altLang="ru-RU" sz="1000"/>
              <a:t>	 </a:t>
            </a:r>
            <a:r>
              <a:rPr lang="en-US" altLang="ru-RU" sz="800" i="1"/>
              <a:t>Introduction to LabVIEW Hands-On 	36	ni.com</a:t>
            </a:r>
          </a:p>
        </p:txBody>
      </p:sp>
      <p:sp>
        <p:nvSpPr>
          <p:cNvPr id="2" name="Верхний колонтитул 1">
            <a:extLst>
              <a:ext uri="{FF2B5EF4-FFF2-40B4-BE49-F238E27FC236}">
                <a16:creationId xmlns:a16="http://schemas.microsoft.com/office/drawing/2014/main" id="{835A9A48-9CD1-CE31-6376-1546085BEE9F}"/>
              </a:ext>
            </a:extLst>
          </p:cNvPr>
          <p:cNvSpPr>
            <a:spLocks noGrp="1"/>
          </p:cNvSpPr>
          <p:nvPr>
            <p:ph type="hdr" sz="quarter"/>
          </p:nvPr>
        </p:nvSpPr>
        <p:spPr/>
        <p:txBody>
          <a:bodyPr/>
          <a:lstStyle/>
          <a:p>
            <a:r>
              <a:rPr lang="en-US"/>
              <a:t>NamMTI Informatsion texnologiyalari kafedrasi dotsenti M.N.Ikromova</a:t>
            </a:r>
            <a:endParaRPr lang="ru-RU"/>
          </a:p>
        </p:txBody>
      </p:sp>
    </p:spTree>
    <p:extLst>
      <p:ext uri="{BB962C8B-B14F-4D97-AF65-F5344CB8AC3E}">
        <p14:creationId xmlns:p14="http://schemas.microsoft.com/office/powerpoint/2010/main" val="3002732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fld id="{11A281AD-E682-42E2-982D-C0A5A5493A3D}" type="slidenum">
              <a:rPr lang="ru-RU" altLang="ru-RU"/>
              <a:pPr eaLnBrk="1" hangingPunct="1"/>
              <a:t>9</a:t>
            </a:fld>
            <a:endParaRPr lang="ru-RU" altLang="ru-RU"/>
          </a:p>
        </p:txBody>
      </p:sp>
      <p:sp>
        <p:nvSpPr>
          <p:cNvPr id="101379" name="Rectangle 2"/>
          <p:cNvSpPr>
            <a:spLocks noGrp="1" noRot="1" noChangeAspect="1" noChangeArrowheads="1" noTextEdit="1"/>
          </p:cNvSpPr>
          <p:nvPr>
            <p:ph type="sldImg"/>
          </p:nvPr>
        </p:nvSpPr>
        <p:spPr>
          <a:xfrm>
            <a:off x="249238" y="585788"/>
            <a:ext cx="6421437" cy="3613150"/>
          </a:xfrm>
          <a:ln/>
        </p:spPr>
      </p:sp>
      <p:sp>
        <p:nvSpPr>
          <p:cNvPr id="101380" name="Rectangle 3"/>
          <p:cNvSpPr>
            <a:spLocks noGrp="1" noChangeArrowheads="1"/>
          </p:cNvSpPr>
          <p:nvPr>
            <p:ph type="body" idx="1"/>
          </p:nvPr>
        </p:nvSpPr>
        <p:spPr>
          <a:xfrm>
            <a:off x="685800" y="4344988"/>
            <a:ext cx="5486400" cy="4114800"/>
          </a:xfrm>
          <a:noFill/>
        </p:spPr>
        <p:txBody>
          <a:bodyPr/>
          <a:lstStyle/>
          <a:p>
            <a:pPr eaLnBrk="1" hangingPunct="1"/>
            <a:r>
              <a:rPr lang="en-US" altLang="ru-RU" sz="1100">
                <a:latin typeface="Times"/>
              </a:rPr>
              <a:t>Place loops in your diagram by selecting them from the Structures palette of the Functions palette:</a:t>
            </a:r>
          </a:p>
          <a:p>
            <a:pPr marL="228600" lvl="1" indent="-227013" eaLnBrk="1" hangingPunct="1">
              <a:buFontTx/>
              <a:buChar char="•"/>
            </a:pPr>
            <a:r>
              <a:rPr lang="en-US" altLang="ru-RU" sz="1100">
                <a:latin typeface="Times"/>
              </a:rPr>
              <a:t>When selected, the mouse cursor becomes a special pointer that you use to enclose the section of code you want to repeat.</a:t>
            </a:r>
          </a:p>
          <a:p>
            <a:pPr marL="228600" lvl="1" indent="-227013" eaLnBrk="1" hangingPunct="1">
              <a:buFontTx/>
              <a:buChar char="•"/>
            </a:pPr>
            <a:r>
              <a:rPr lang="en-US" altLang="ru-RU" sz="1100">
                <a:latin typeface="Times"/>
              </a:rPr>
              <a:t>Click the mouse button to define the top-left corner, click the mouse button again at the bottom-right corner, and the While Loop boundary is created around the selected code.</a:t>
            </a:r>
          </a:p>
          <a:p>
            <a:pPr marL="228600" lvl="1" indent="-227013" eaLnBrk="1" hangingPunct="1">
              <a:buFontTx/>
              <a:buChar char="•"/>
            </a:pPr>
            <a:r>
              <a:rPr lang="en-US" altLang="ru-RU" sz="1100">
                <a:latin typeface="Times"/>
              </a:rPr>
              <a:t>Drag or drop additional nodes in the While Loop if needed.</a:t>
            </a:r>
          </a:p>
        </p:txBody>
      </p:sp>
      <p:sp>
        <p:nvSpPr>
          <p:cNvPr id="101381" name="Text Box 4"/>
          <p:cNvSpPr txBox="1">
            <a:spLocks noChangeArrowheads="1"/>
          </p:cNvSpPr>
          <p:nvPr/>
        </p:nvSpPr>
        <p:spPr bwMode="auto">
          <a:xfrm>
            <a:off x="0" y="8748713"/>
            <a:ext cx="6858000" cy="24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030" tIns="50514" rIns="101030" bIns="50514" anchor="b">
            <a:spAutoFit/>
          </a:bodyPr>
          <a:lstStyle>
            <a:lvl1pPr defTabSz="768350" eaLnBrk="0" hangingPunct="0">
              <a:tabLst>
                <a:tab pos="227013" algn="l"/>
                <a:tab pos="3352800" algn="ctr"/>
                <a:tab pos="6435725" algn="r"/>
              </a:tabLst>
              <a:defRPr>
                <a:solidFill>
                  <a:schemeClr val="tx1"/>
                </a:solidFill>
                <a:latin typeface="Times New Roman" pitchFamily="18" charset="0"/>
              </a:defRPr>
            </a:lvl1pPr>
            <a:lvl2pPr marL="742950" indent="-285750" defTabSz="768350" eaLnBrk="0" hangingPunct="0">
              <a:tabLst>
                <a:tab pos="227013" algn="l"/>
                <a:tab pos="3352800" algn="ctr"/>
                <a:tab pos="6435725" algn="r"/>
              </a:tabLst>
              <a:defRPr>
                <a:solidFill>
                  <a:schemeClr val="tx1"/>
                </a:solidFill>
                <a:latin typeface="Times New Roman" pitchFamily="18" charset="0"/>
              </a:defRPr>
            </a:lvl2pPr>
            <a:lvl3pPr marL="1143000" indent="-228600" defTabSz="768350" eaLnBrk="0" hangingPunct="0">
              <a:tabLst>
                <a:tab pos="227013" algn="l"/>
                <a:tab pos="3352800" algn="ctr"/>
                <a:tab pos="6435725" algn="r"/>
              </a:tabLst>
              <a:defRPr>
                <a:solidFill>
                  <a:schemeClr val="tx1"/>
                </a:solidFill>
                <a:latin typeface="Times New Roman" pitchFamily="18" charset="0"/>
              </a:defRPr>
            </a:lvl3pPr>
            <a:lvl4pPr marL="1600200" indent="-228600" defTabSz="768350" eaLnBrk="0" hangingPunct="0">
              <a:tabLst>
                <a:tab pos="227013" algn="l"/>
                <a:tab pos="3352800" algn="ctr"/>
                <a:tab pos="6435725" algn="r"/>
              </a:tabLst>
              <a:defRPr>
                <a:solidFill>
                  <a:schemeClr val="tx1"/>
                </a:solidFill>
                <a:latin typeface="Times New Roman" pitchFamily="18" charset="0"/>
              </a:defRPr>
            </a:lvl4pPr>
            <a:lvl5pPr marL="2057400" indent="-228600" defTabSz="768350" eaLnBrk="0" hangingPunct="0">
              <a:tabLst>
                <a:tab pos="227013" algn="l"/>
                <a:tab pos="3352800" algn="ctr"/>
                <a:tab pos="6435725" algn="r"/>
              </a:tabLst>
              <a:defRPr>
                <a:solidFill>
                  <a:schemeClr val="tx1"/>
                </a:solidFill>
                <a:latin typeface="Times New Roman" pitchFamily="18" charset="0"/>
              </a:defRPr>
            </a:lvl5pPr>
            <a:lvl6pPr marL="2514600" indent="-228600" defTabSz="768350" eaLnBrk="0" fontAlgn="base" hangingPunct="0">
              <a:spcBef>
                <a:spcPct val="0"/>
              </a:spcBef>
              <a:spcAft>
                <a:spcPct val="0"/>
              </a:spcAft>
              <a:tabLst>
                <a:tab pos="227013" algn="l"/>
                <a:tab pos="3352800" algn="ctr"/>
                <a:tab pos="6435725" algn="r"/>
              </a:tabLst>
              <a:defRPr>
                <a:solidFill>
                  <a:schemeClr val="tx1"/>
                </a:solidFill>
                <a:latin typeface="Times New Roman" pitchFamily="18" charset="0"/>
              </a:defRPr>
            </a:lvl6pPr>
            <a:lvl7pPr marL="2971800" indent="-228600" defTabSz="768350" eaLnBrk="0" fontAlgn="base" hangingPunct="0">
              <a:spcBef>
                <a:spcPct val="0"/>
              </a:spcBef>
              <a:spcAft>
                <a:spcPct val="0"/>
              </a:spcAft>
              <a:tabLst>
                <a:tab pos="227013" algn="l"/>
                <a:tab pos="3352800" algn="ctr"/>
                <a:tab pos="6435725" algn="r"/>
              </a:tabLst>
              <a:defRPr>
                <a:solidFill>
                  <a:schemeClr val="tx1"/>
                </a:solidFill>
                <a:latin typeface="Times New Roman" pitchFamily="18" charset="0"/>
              </a:defRPr>
            </a:lvl7pPr>
            <a:lvl8pPr marL="3429000" indent="-228600" defTabSz="768350" eaLnBrk="0" fontAlgn="base" hangingPunct="0">
              <a:spcBef>
                <a:spcPct val="0"/>
              </a:spcBef>
              <a:spcAft>
                <a:spcPct val="0"/>
              </a:spcAft>
              <a:tabLst>
                <a:tab pos="227013" algn="l"/>
                <a:tab pos="3352800" algn="ctr"/>
                <a:tab pos="6435725" algn="r"/>
              </a:tabLst>
              <a:defRPr>
                <a:solidFill>
                  <a:schemeClr val="tx1"/>
                </a:solidFill>
                <a:latin typeface="Times New Roman" pitchFamily="18" charset="0"/>
              </a:defRPr>
            </a:lvl8pPr>
            <a:lvl9pPr marL="3886200" indent="-228600" defTabSz="768350" eaLnBrk="0" fontAlgn="base" hangingPunct="0">
              <a:spcBef>
                <a:spcPct val="0"/>
              </a:spcBef>
              <a:spcAft>
                <a:spcPct val="0"/>
              </a:spcAft>
              <a:tabLst>
                <a:tab pos="227013" algn="l"/>
                <a:tab pos="3352800" algn="ctr"/>
                <a:tab pos="6435725" algn="r"/>
              </a:tabLst>
              <a:defRPr>
                <a:solidFill>
                  <a:schemeClr val="tx1"/>
                </a:solidFill>
                <a:latin typeface="Times New Roman" pitchFamily="18" charset="0"/>
              </a:defRPr>
            </a:lvl9pPr>
          </a:lstStyle>
          <a:p>
            <a:pPr>
              <a:spcBef>
                <a:spcPct val="50000"/>
              </a:spcBef>
            </a:pPr>
            <a:r>
              <a:rPr lang="en-US" altLang="ru-RU" sz="1000"/>
              <a:t>	 </a:t>
            </a:r>
            <a:r>
              <a:rPr lang="en-US" altLang="ru-RU" sz="800" i="1"/>
              <a:t>© </a:t>
            </a:r>
            <a:r>
              <a:rPr lang="en-US" altLang="ru-RU" sz="800" i="1">
                <a:cs typeface="Times New Roman" pitchFamily="18" charset="0"/>
              </a:rPr>
              <a:t>National Instruments Corporation</a:t>
            </a:r>
            <a:r>
              <a:rPr lang="en-US" altLang="ru-RU" sz="800" i="1"/>
              <a:t> 	37	 Introduction to LabVIEW Hands-On</a:t>
            </a:r>
          </a:p>
        </p:txBody>
      </p:sp>
      <p:sp>
        <p:nvSpPr>
          <p:cNvPr id="2" name="Верхний колонтитул 1">
            <a:extLst>
              <a:ext uri="{FF2B5EF4-FFF2-40B4-BE49-F238E27FC236}">
                <a16:creationId xmlns:a16="http://schemas.microsoft.com/office/drawing/2014/main" id="{75107A8A-2395-EDBA-F2EA-9C002700CF44}"/>
              </a:ext>
            </a:extLst>
          </p:cNvPr>
          <p:cNvSpPr>
            <a:spLocks noGrp="1"/>
          </p:cNvSpPr>
          <p:nvPr>
            <p:ph type="hdr" sz="quarter"/>
          </p:nvPr>
        </p:nvSpPr>
        <p:spPr/>
        <p:txBody>
          <a:bodyPr/>
          <a:lstStyle/>
          <a:p>
            <a:r>
              <a:rPr lang="en-US"/>
              <a:t>NamMTI Informatsion texnologiyalari kafedrasi dotsenti M.N.Ikromova</a:t>
            </a:r>
            <a:endParaRPr lang="ru-RU"/>
          </a:p>
        </p:txBody>
      </p:sp>
    </p:spTree>
    <p:extLst>
      <p:ext uri="{BB962C8B-B14F-4D97-AF65-F5344CB8AC3E}">
        <p14:creationId xmlns:p14="http://schemas.microsoft.com/office/powerpoint/2010/main" val="1636543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fld id="{67658347-7840-428D-B226-616A2D66A983}" type="slidenum">
              <a:rPr lang="ru-RU" altLang="ru-RU"/>
              <a:pPr eaLnBrk="1" hangingPunct="1"/>
              <a:t>10</a:t>
            </a:fld>
            <a:endParaRPr lang="ru-RU" altLang="ru-RU"/>
          </a:p>
        </p:txBody>
      </p:sp>
      <p:sp>
        <p:nvSpPr>
          <p:cNvPr id="120835" name="Rectangle 2"/>
          <p:cNvSpPr>
            <a:spLocks noGrp="1" noRot="1" noChangeAspect="1" noChangeArrowheads="1" noTextEdit="1"/>
          </p:cNvSpPr>
          <p:nvPr>
            <p:ph type="sldImg"/>
          </p:nvPr>
        </p:nvSpPr>
        <p:spPr>
          <a:xfrm>
            <a:off x="384175" y="685800"/>
            <a:ext cx="6091238" cy="3427413"/>
          </a:xfrm>
          <a:ln/>
        </p:spPr>
      </p:sp>
      <p:sp>
        <p:nvSpPr>
          <p:cNvPr id="120836" name="Rectangle 3"/>
          <p:cNvSpPr>
            <a:spLocks noGrp="1" noChangeArrowheads="1"/>
          </p:cNvSpPr>
          <p:nvPr>
            <p:ph type="body" idx="1"/>
          </p:nvPr>
        </p:nvSpPr>
        <p:spPr>
          <a:xfrm>
            <a:off x="912813" y="4198938"/>
            <a:ext cx="5032375" cy="2865437"/>
          </a:xfrm>
          <a:noFill/>
        </p:spPr>
        <p:txBody>
          <a:bodyPr/>
          <a:lstStyle/>
          <a:p>
            <a:pPr eaLnBrk="1" hangingPunct="1">
              <a:spcBef>
                <a:spcPct val="0"/>
              </a:spcBef>
              <a:tabLst>
                <a:tab pos="228600" algn="l"/>
              </a:tabLst>
            </a:pPr>
            <a:r>
              <a:rPr lang="en-US" altLang="ru-RU" sz="1100" b="1">
                <a:latin typeface="Times"/>
              </a:rPr>
              <a:t>Time Delay</a:t>
            </a:r>
          </a:p>
          <a:p>
            <a:pPr eaLnBrk="1" hangingPunct="1">
              <a:spcBef>
                <a:spcPct val="0"/>
              </a:spcBef>
              <a:tabLst>
                <a:tab pos="228600" algn="l"/>
              </a:tabLst>
            </a:pPr>
            <a:r>
              <a:rPr lang="en-US" altLang="ru-RU" sz="1100">
                <a:latin typeface="Times"/>
              </a:rPr>
              <a:t>The Time Delay Express VI delays execution by a specified number of seconds. Following the rules of Data Flow Programming, the while loop will not iterate until all tasks inside of it are complete, thus delaying each iteration of the loop.</a:t>
            </a:r>
            <a:endParaRPr lang="en-US" altLang="ru-RU" sz="1100" b="1">
              <a:latin typeface="Times"/>
            </a:endParaRPr>
          </a:p>
          <a:p>
            <a:pPr eaLnBrk="1" hangingPunct="1">
              <a:spcBef>
                <a:spcPct val="0"/>
              </a:spcBef>
              <a:tabLst>
                <a:tab pos="228600" algn="l"/>
              </a:tabLst>
            </a:pPr>
            <a:r>
              <a:rPr lang="en-US" altLang="ru-RU" sz="1100" b="1">
                <a:latin typeface="Times"/>
              </a:rPr>
              <a:t>Timed Loops</a:t>
            </a:r>
          </a:p>
          <a:p>
            <a:pPr eaLnBrk="1" hangingPunct="1">
              <a:spcBef>
                <a:spcPct val="0"/>
              </a:spcBef>
              <a:tabLst>
                <a:tab pos="228600" algn="l"/>
              </a:tabLst>
            </a:pPr>
            <a:r>
              <a:rPr lang="en-US" altLang="ru-RU" sz="1100">
                <a:latin typeface="Times"/>
              </a:rPr>
              <a:t>Executes each iteration of the loop at the period you specify. Use the Timed Loop when you want to develop VIs with multi-rate timing capabilities, precise timing, feedback on loop execution, timing characteristics that change dynamically, or several levels of execution priority.</a:t>
            </a:r>
          </a:p>
          <a:p>
            <a:pPr eaLnBrk="1" hangingPunct="1">
              <a:spcBef>
                <a:spcPct val="0"/>
              </a:spcBef>
              <a:tabLst>
                <a:tab pos="228600" algn="l"/>
              </a:tabLst>
            </a:pPr>
            <a:r>
              <a:rPr lang="en-US" altLang="ru-RU" sz="1100">
                <a:latin typeface="Times"/>
              </a:rPr>
              <a:t>Double-click the Input Node or right-click the Input Node and select </a:t>
            </a:r>
            <a:r>
              <a:rPr lang="en-US" altLang="ru-RU" sz="1100" b="1">
                <a:latin typeface="Times"/>
              </a:rPr>
              <a:t>Configure Timed Loop</a:t>
            </a:r>
            <a:r>
              <a:rPr lang="en-US" altLang="ru-RU" sz="1100">
                <a:latin typeface="Times"/>
              </a:rPr>
              <a:t> from the shortcut menu to display the Loop Configuration dialog box, where you can configure the Timed Loop. The values you enter in the </a:t>
            </a:r>
            <a:r>
              <a:rPr lang="en-US" altLang="ru-RU" sz="1100" b="1">
                <a:latin typeface="Times"/>
              </a:rPr>
              <a:t>Loop Configuration</a:t>
            </a:r>
            <a:r>
              <a:rPr lang="en-US" altLang="ru-RU" sz="1100">
                <a:latin typeface="Times"/>
              </a:rPr>
              <a:t> dialog box appear as options in the Input Node.</a:t>
            </a:r>
          </a:p>
        </p:txBody>
      </p:sp>
      <p:pic>
        <p:nvPicPr>
          <p:cNvPr id="12083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688" y="6877050"/>
            <a:ext cx="330200" cy="334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0838" name="Rectangle 5"/>
          <p:cNvSpPr>
            <a:spLocks noChangeArrowheads="1"/>
          </p:cNvSpPr>
          <p:nvPr/>
        </p:nvSpPr>
        <p:spPr bwMode="auto">
          <a:xfrm>
            <a:off x="1160463" y="6800850"/>
            <a:ext cx="4752975" cy="1830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09" tIns="45705" rIns="91409" bIns="45705"/>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r>
              <a:rPr lang="en-US" altLang="ru-RU" sz="1100" b="1">
                <a:latin typeface="Times"/>
              </a:rPr>
              <a:t>Wait Until Next ms Multiple</a:t>
            </a:r>
          </a:p>
          <a:p>
            <a:pPr eaLnBrk="1" hangingPunct="1">
              <a:spcBef>
                <a:spcPct val="0"/>
              </a:spcBef>
            </a:pPr>
            <a:r>
              <a:rPr lang="en-US" altLang="ru-RU" sz="1100">
                <a:latin typeface="Times"/>
              </a:rPr>
              <a:t>Waits until the value of the millisecond timer becomes a multiple of the specified </a:t>
            </a:r>
            <a:r>
              <a:rPr lang="en-US" altLang="ru-RU" sz="1100" b="1">
                <a:latin typeface="Times"/>
              </a:rPr>
              <a:t>millisecond multiple</a:t>
            </a:r>
            <a:r>
              <a:rPr lang="en-US" altLang="ru-RU" sz="1100">
                <a:latin typeface="Times"/>
              </a:rPr>
              <a:t>. Use this function to synchronize activities. You can call this function in a loop to control the loop execution rate. However, it is possible that the first loop period might be short. This function makes asynchronous system calls, but the nodes themselves function synchronously. Therefore, it does not complete execution until the specified time has elapsed. </a:t>
            </a:r>
          </a:p>
          <a:p>
            <a:pPr eaLnBrk="1" hangingPunct="1">
              <a:spcBef>
                <a:spcPct val="0"/>
              </a:spcBef>
            </a:pPr>
            <a:r>
              <a:rPr lang="en-US" altLang="ru-RU" sz="1100" b="1">
                <a:latin typeface="Times"/>
              </a:rPr>
              <a:t>Functions»Programming»Timing»Wait Until Next ms Multiple</a:t>
            </a:r>
          </a:p>
          <a:p>
            <a:pPr eaLnBrk="1" hangingPunct="1"/>
            <a:endParaRPr lang="en-US" altLang="ru-RU" sz="1100" b="1">
              <a:latin typeface="Times"/>
            </a:endParaRPr>
          </a:p>
        </p:txBody>
      </p:sp>
      <p:sp>
        <p:nvSpPr>
          <p:cNvPr id="120839" name="Text Box 6"/>
          <p:cNvSpPr txBox="1">
            <a:spLocks noChangeArrowheads="1"/>
          </p:cNvSpPr>
          <p:nvPr/>
        </p:nvSpPr>
        <p:spPr bwMode="auto">
          <a:xfrm>
            <a:off x="0" y="8748713"/>
            <a:ext cx="6858000" cy="24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030" tIns="50514" rIns="101030" bIns="50514" anchor="b">
            <a:spAutoFit/>
          </a:bodyPr>
          <a:lstStyle>
            <a:lvl1pPr defTabSz="768350" eaLnBrk="0" hangingPunct="0">
              <a:tabLst>
                <a:tab pos="227013" algn="l"/>
                <a:tab pos="3352800" algn="ctr"/>
                <a:tab pos="6435725" algn="r"/>
              </a:tabLst>
              <a:defRPr>
                <a:solidFill>
                  <a:schemeClr val="tx1"/>
                </a:solidFill>
                <a:latin typeface="Times New Roman" pitchFamily="18" charset="0"/>
              </a:defRPr>
            </a:lvl1pPr>
            <a:lvl2pPr marL="742950" indent="-285750" defTabSz="768350" eaLnBrk="0" hangingPunct="0">
              <a:tabLst>
                <a:tab pos="227013" algn="l"/>
                <a:tab pos="3352800" algn="ctr"/>
                <a:tab pos="6435725" algn="r"/>
              </a:tabLst>
              <a:defRPr>
                <a:solidFill>
                  <a:schemeClr val="tx1"/>
                </a:solidFill>
                <a:latin typeface="Times New Roman" pitchFamily="18" charset="0"/>
              </a:defRPr>
            </a:lvl2pPr>
            <a:lvl3pPr marL="1143000" indent="-228600" defTabSz="768350" eaLnBrk="0" hangingPunct="0">
              <a:tabLst>
                <a:tab pos="227013" algn="l"/>
                <a:tab pos="3352800" algn="ctr"/>
                <a:tab pos="6435725" algn="r"/>
              </a:tabLst>
              <a:defRPr>
                <a:solidFill>
                  <a:schemeClr val="tx1"/>
                </a:solidFill>
                <a:latin typeface="Times New Roman" pitchFamily="18" charset="0"/>
              </a:defRPr>
            </a:lvl3pPr>
            <a:lvl4pPr marL="1600200" indent="-228600" defTabSz="768350" eaLnBrk="0" hangingPunct="0">
              <a:tabLst>
                <a:tab pos="227013" algn="l"/>
                <a:tab pos="3352800" algn="ctr"/>
                <a:tab pos="6435725" algn="r"/>
              </a:tabLst>
              <a:defRPr>
                <a:solidFill>
                  <a:schemeClr val="tx1"/>
                </a:solidFill>
                <a:latin typeface="Times New Roman" pitchFamily="18" charset="0"/>
              </a:defRPr>
            </a:lvl4pPr>
            <a:lvl5pPr marL="2057400" indent="-228600" defTabSz="768350" eaLnBrk="0" hangingPunct="0">
              <a:tabLst>
                <a:tab pos="227013" algn="l"/>
                <a:tab pos="3352800" algn="ctr"/>
                <a:tab pos="6435725" algn="r"/>
              </a:tabLst>
              <a:defRPr>
                <a:solidFill>
                  <a:schemeClr val="tx1"/>
                </a:solidFill>
                <a:latin typeface="Times New Roman" pitchFamily="18" charset="0"/>
              </a:defRPr>
            </a:lvl5pPr>
            <a:lvl6pPr marL="2514600" indent="-228600" defTabSz="768350" eaLnBrk="0" fontAlgn="base" hangingPunct="0">
              <a:spcBef>
                <a:spcPct val="0"/>
              </a:spcBef>
              <a:spcAft>
                <a:spcPct val="0"/>
              </a:spcAft>
              <a:tabLst>
                <a:tab pos="227013" algn="l"/>
                <a:tab pos="3352800" algn="ctr"/>
                <a:tab pos="6435725" algn="r"/>
              </a:tabLst>
              <a:defRPr>
                <a:solidFill>
                  <a:schemeClr val="tx1"/>
                </a:solidFill>
                <a:latin typeface="Times New Roman" pitchFamily="18" charset="0"/>
              </a:defRPr>
            </a:lvl6pPr>
            <a:lvl7pPr marL="2971800" indent="-228600" defTabSz="768350" eaLnBrk="0" fontAlgn="base" hangingPunct="0">
              <a:spcBef>
                <a:spcPct val="0"/>
              </a:spcBef>
              <a:spcAft>
                <a:spcPct val="0"/>
              </a:spcAft>
              <a:tabLst>
                <a:tab pos="227013" algn="l"/>
                <a:tab pos="3352800" algn="ctr"/>
                <a:tab pos="6435725" algn="r"/>
              </a:tabLst>
              <a:defRPr>
                <a:solidFill>
                  <a:schemeClr val="tx1"/>
                </a:solidFill>
                <a:latin typeface="Times New Roman" pitchFamily="18" charset="0"/>
              </a:defRPr>
            </a:lvl7pPr>
            <a:lvl8pPr marL="3429000" indent="-228600" defTabSz="768350" eaLnBrk="0" fontAlgn="base" hangingPunct="0">
              <a:spcBef>
                <a:spcPct val="0"/>
              </a:spcBef>
              <a:spcAft>
                <a:spcPct val="0"/>
              </a:spcAft>
              <a:tabLst>
                <a:tab pos="227013" algn="l"/>
                <a:tab pos="3352800" algn="ctr"/>
                <a:tab pos="6435725" algn="r"/>
              </a:tabLst>
              <a:defRPr>
                <a:solidFill>
                  <a:schemeClr val="tx1"/>
                </a:solidFill>
                <a:latin typeface="Times New Roman" pitchFamily="18" charset="0"/>
              </a:defRPr>
            </a:lvl8pPr>
            <a:lvl9pPr marL="3886200" indent="-228600" defTabSz="768350" eaLnBrk="0" fontAlgn="base" hangingPunct="0">
              <a:spcBef>
                <a:spcPct val="0"/>
              </a:spcBef>
              <a:spcAft>
                <a:spcPct val="0"/>
              </a:spcAft>
              <a:tabLst>
                <a:tab pos="227013" algn="l"/>
                <a:tab pos="3352800" algn="ctr"/>
                <a:tab pos="6435725" algn="r"/>
              </a:tabLst>
              <a:defRPr>
                <a:solidFill>
                  <a:schemeClr val="tx1"/>
                </a:solidFill>
                <a:latin typeface="Times New Roman" pitchFamily="18" charset="0"/>
              </a:defRPr>
            </a:lvl9pPr>
          </a:lstStyle>
          <a:p>
            <a:pPr>
              <a:spcBef>
                <a:spcPct val="50000"/>
              </a:spcBef>
            </a:pPr>
            <a:r>
              <a:rPr lang="en-US" altLang="ru-RU" sz="1000"/>
              <a:t>	 </a:t>
            </a:r>
            <a:r>
              <a:rPr lang="en-US" altLang="ru-RU" sz="800" i="1"/>
              <a:t>Introduction to LabVIEW Hands-On 	58	ni.com</a:t>
            </a:r>
          </a:p>
        </p:txBody>
      </p:sp>
      <p:sp>
        <p:nvSpPr>
          <p:cNvPr id="2" name="Верхний колонтитул 1">
            <a:extLst>
              <a:ext uri="{FF2B5EF4-FFF2-40B4-BE49-F238E27FC236}">
                <a16:creationId xmlns:a16="http://schemas.microsoft.com/office/drawing/2014/main" id="{28D33F3A-821B-AE31-FC01-57C78B895D3C}"/>
              </a:ext>
            </a:extLst>
          </p:cNvPr>
          <p:cNvSpPr>
            <a:spLocks noGrp="1"/>
          </p:cNvSpPr>
          <p:nvPr>
            <p:ph type="hdr" sz="quarter"/>
          </p:nvPr>
        </p:nvSpPr>
        <p:spPr/>
        <p:txBody>
          <a:bodyPr/>
          <a:lstStyle/>
          <a:p>
            <a:r>
              <a:rPr lang="en-US"/>
              <a:t>NamMTI Informatsion texnologiyalari kafedrasi dotsenti M.N.Ikromova</a:t>
            </a:r>
            <a:endParaRPr lang="ru-RU"/>
          </a:p>
        </p:txBody>
      </p:sp>
    </p:spTree>
    <p:extLst>
      <p:ext uri="{BB962C8B-B14F-4D97-AF65-F5344CB8AC3E}">
        <p14:creationId xmlns:p14="http://schemas.microsoft.com/office/powerpoint/2010/main" val="30946841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FDA4BA4-F8C5-65DF-3D5B-FBC12AFAF2CA}"/>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24BBBDDC-190B-ECAE-D68E-36D9B4C46E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CF7E89A7-93E7-CDFD-25C1-B5BE48E36B4D}"/>
              </a:ext>
            </a:extLst>
          </p:cNvPr>
          <p:cNvSpPr>
            <a:spLocks noGrp="1"/>
          </p:cNvSpPr>
          <p:nvPr>
            <p:ph type="dt" sz="half" idx="10"/>
          </p:nvPr>
        </p:nvSpPr>
        <p:spPr/>
        <p:txBody>
          <a:bodyPr/>
          <a:lstStyle/>
          <a:p>
            <a:fld id="{B263363F-4562-41A4-BDC4-9E4734C107BD}" type="datetimeFigureOut">
              <a:rPr lang="ru-RU" smtClean="0"/>
              <a:t>02.11.2024</a:t>
            </a:fld>
            <a:endParaRPr lang="ru-RU"/>
          </a:p>
        </p:txBody>
      </p:sp>
      <p:sp>
        <p:nvSpPr>
          <p:cNvPr id="5" name="Нижний колонтитул 4">
            <a:extLst>
              <a:ext uri="{FF2B5EF4-FFF2-40B4-BE49-F238E27FC236}">
                <a16:creationId xmlns:a16="http://schemas.microsoft.com/office/drawing/2014/main" id="{8C463142-9497-49EE-D166-5EF6CD1122B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1CCD55DB-2616-F26A-003E-FC0DD9301AA8}"/>
              </a:ext>
            </a:extLst>
          </p:cNvPr>
          <p:cNvSpPr>
            <a:spLocks noGrp="1"/>
          </p:cNvSpPr>
          <p:nvPr>
            <p:ph type="sldNum" sz="quarter" idx="12"/>
          </p:nvPr>
        </p:nvSpPr>
        <p:spPr/>
        <p:txBody>
          <a:bodyPr/>
          <a:lstStyle/>
          <a:p>
            <a:fld id="{EC0C41DD-C508-4D57-B458-883B0701BCE8}" type="slidenum">
              <a:rPr lang="ru-RU" smtClean="0"/>
              <a:t>‹#›</a:t>
            </a:fld>
            <a:endParaRPr lang="ru-RU"/>
          </a:p>
        </p:txBody>
      </p:sp>
    </p:spTree>
    <p:extLst>
      <p:ext uri="{BB962C8B-B14F-4D97-AF65-F5344CB8AC3E}">
        <p14:creationId xmlns:p14="http://schemas.microsoft.com/office/powerpoint/2010/main" val="2299993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C98C05-4D7C-422B-0E09-8AAF462921A2}"/>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C100827D-4088-A7E3-5C6A-00872E9B419C}"/>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74E8994B-64B5-C892-E253-A08718037EB5}"/>
              </a:ext>
            </a:extLst>
          </p:cNvPr>
          <p:cNvSpPr>
            <a:spLocks noGrp="1"/>
          </p:cNvSpPr>
          <p:nvPr>
            <p:ph type="dt" sz="half" idx="10"/>
          </p:nvPr>
        </p:nvSpPr>
        <p:spPr/>
        <p:txBody>
          <a:bodyPr/>
          <a:lstStyle/>
          <a:p>
            <a:fld id="{B263363F-4562-41A4-BDC4-9E4734C107BD}" type="datetimeFigureOut">
              <a:rPr lang="ru-RU" smtClean="0"/>
              <a:t>02.11.2024</a:t>
            </a:fld>
            <a:endParaRPr lang="ru-RU"/>
          </a:p>
        </p:txBody>
      </p:sp>
      <p:sp>
        <p:nvSpPr>
          <p:cNvPr id="5" name="Нижний колонтитул 4">
            <a:extLst>
              <a:ext uri="{FF2B5EF4-FFF2-40B4-BE49-F238E27FC236}">
                <a16:creationId xmlns:a16="http://schemas.microsoft.com/office/drawing/2014/main" id="{0C00D894-1A7C-E301-8796-51261AB4A84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DEFA72E1-90B6-5232-98C5-811AD4CE99BB}"/>
              </a:ext>
            </a:extLst>
          </p:cNvPr>
          <p:cNvSpPr>
            <a:spLocks noGrp="1"/>
          </p:cNvSpPr>
          <p:nvPr>
            <p:ph type="sldNum" sz="quarter" idx="12"/>
          </p:nvPr>
        </p:nvSpPr>
        <p:spPr/>
        <p:txBody>
          <a:bodyPr/>
          <a:lstStyle/>
          <a:p>
            <a:fld id="{EC0C41DD-C508-4D57-B458-883B0701BCE8}" type="slidenum">
              <a:rPr lang="ru-RU" smtClean="0"/>
              <a:t>‹#›</a:t>
            </a:fld>
            <a:endParaRPr lang="ru-RU"/>
          </a:p>
        </p:txBody>
      </p:sp>
    </p:spTree>
    <p:extLst>
      <p:ext uri="{BB962C8B-B14F-4D97-AF65-F5344CB8AC3E}">
        <p14:creationId xmlns:p14="http://schemas.microsoft.com/office/powerpoint/2010/main" val="1878059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5F4718E-22B5-4787-5E4B-DFAD25CE235B}"/>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2AAA10F0-196D-94C9-0273-42F997444ED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DFE1A7C5-F79F-7D71-1FD7-4D336A71C846}"/>
              </a:ext>
            </a:extLst>
          </p:cNvPr>
          <p:cNvSpPr>
            <a:spLocks noGrp="1"/>
          </p:cNvSpPr>
          <p:nvPr>
            <p:ph type="dt" sz="half" idx="10"/>
          </p:nvPr>
        </p:nvSpPr>
        <p:spPr/>
        <p:txBody>
          <a:bodyPr/>
          <a:lstStyle/>
          <a:p>
            <a:fld id="{B263363F-4562-41A4-BDC4-9E4734C107BD}" type="datetimeFigureOut">
              <a:rPr lang="ru-RU" smtClean="0"/>
              <a:t>02.11.2024</a:t>
            </a:fld>
            <a:endParaRPr lang="ru-RU"/>
          </a:p>
        </p:txBody>
      </p:sp>
      <p:sp>
        <p:nvSpPr>
          <p:cNvPr id="5" name="Нижний колонтитул 4">
            <a:extLst>
              <a:ext uri="{FF2B5EF4-FFF2-40B4-BE49-F238E27FC236}">
                <a16:creationId xmlns:a16="http://schemas.microsoft.com/office/drawing/2014/main" id="{ABAA2C8F-AAB7-08CB-D48F-8A467B1CAD2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7671050D-D2B6-0831-FEB9-60FF85EDD460}"/>
              </a:ext>
            </a:extLst>
          </p:cNvPr>
          <p:cNvSpPr>
            <a:spLocks noGrp="1"/>
          </p:cNvSpPr>
          <p:nvPr>
            <p:ph type="sldNum" sz="quarter" idx="12"/>
          </p:nvPr>
        </p:nvSpPr>
        <p:spPr/>
        <p:txBody>
          <a:bodyPr/>
          <a:lstStyle/>
          <a:p>
            <a:fld id="{EC0C41DD-C508-4D57-B458-883B0701BCE8}" type="slidenum">
              <a:rPr lang="ru-RU" smtClean="0"/>
              <a:t>‹#›</a:t>
            </a:fld>
            <a:endParaRPr lang="ru-RU"/>
          </a:p>
        </p:txBody>
      </p:sp>
    </p:spTree>
    <p:extLst>
      <p:ext uri="{BB962C8B-B14F-4D97-AF65-F5344CB8AC3E}">
        <p14:creationId xmlns:p14="http://schemas.microsoft.com/office/powerpoint/2010/main" val="4136591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6B4B288-F007-A076-9189-337CE9F703BC}"/>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6D56F79B-8A61-E279-92C0-79C185F21636}"/>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BE0EEDFC-4C04-250D-978B-2BDD26C302B1}"/>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91DB1CA3-A0A3-4708-53C3-4BA6421B7B7D}"/>
              </a:ext>
            </a:extLst>
          </p:cNvPr>
          <p:cNvSpPr>
            <a:spLocks noGrp="1"/>
          </p:cNvSpPr>
          <p:nvPr>
            <p:ph type="dt" sz="half" idx="10"/>
          </p:nvPr>
        </p:nvSpPr>
        <p:spPr/>
        <p:txBody>
          <a:bodyPr/>
          <a:lstStyle/>
          <a:p>
            <a:fld id="{B263363F-4562-41A4-BDC4-9E4734C107BD}" type="datetimeFigureOut">
              <a:rPr lang="ru-RU" smtClean="0"/>
              <a:t>02.11.2024</a:t>
            </a:fld>
            <a:endParaRPr lang="ru-RU"/>
          </a:p>
        </p:txBody>
      </p:sp>
      <p:sp>
        <p:nvSpPr>
          <p:cNvPr id="6" name="Нижний колонтитул 5">
            <a:extLst>
              <a:ext uri="{FF2B5EF4-FFF2-40B4-BE49-F238E27FC236}">
                <a16:creationId xmlns:a16="http://schemas.microsoft.com/office/drawing/2014/main" id="{B4F915F7-77FF-C65A-55BF-1F42291AE74F}"/>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7EBC0FF2-937E-87F6-174A-B6F1E5FE2B33}"/>
              </a:ext>
            </a:extLst>
          </p:cNvPr>
          <p:cNvSpPr>
            <a:spLocks noGrp="1"/>
          </p:cNvSpPr>
          <p:nvPr>
            <p:ph type="sldNum" sz="quarter" idx="12"/>
          </p:nvPr>
        </p:nvSpPr>
        <p:spPr/>
        <p:txBody>
          <a:bodyPr/>
          <a:lstStyle/>
          <a:p>
            <a:fld id="{EC0C41DD-C508-4D57-B458-883B0701BCE8}" type="slidenum">
              <a:rPr lang="ru-RU" smtClean="0"/>
              <a:t>‹#›</a:t>
            </a:fld>
            <a:endParaRPr lang="ru-RU"/>
          </a:p>
        </p:txBody>
      </p:sp>
    </p:spTree>
    <p:extLst>
      <p:ext uri="{BB962C8B-B14F-4D97-AF65-F5344CB8AC3E}">
        <p14:creationId xmlns:p14="http://schemas.microsoft.com/office/powerpoint/2010/main" val="439845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0F9350-719C-C4E5-79D5-99243467A092}"/>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1A58D5B8-6932-79CD-5048-C0798395C6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02A4E1C7-9A4C-3037-3F98-D13FD7EC6A9A}"/>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30E826D8-10EF-5C16-3C10-3B795EF62F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29186355-3A62-0220-3E67-C052DC2A1EC6}"/>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24F4502D-D470-1D43-31F8-0C7E110B2199}"/>
              </a:ext>
            </a:extLst>
          </p:cNvPr>
          <p:cNvSpPr>
            <a:spLocks noGrp="1"/>
          </p:cNvSpPr>
          <p:nvPr>
            <p:ph type="dt" sz="half" idx="10"/>
          </p:nvPr>
        </p:nvSpPr>
        <p:spPr/>
        <p:txBody>
          <a:bodyPr/>
          <a:lstStyle/>
          <a:p>
            <a:fld id="{B263363F-4562-41A4-BDC4-9E4734C107BD}" type="datetimeFigureOut">
              <a:rPr lang="ru-RU" smtClean="0"/>
              <a:t>02.11.2024</a:t>
            </a:fld>
            <a:endParaRPr lang="ru-RU"/>
          </a:p>
        </p:txBody>
      </p:sp>
      <p:sp>
        <p:nvSpPr>
          <p:cNvPr id="8" name="Нижний колонтитул 7">
            <a:extLst>
              <a:ext uri="{FF2B5EF4-FFF2-40B4-BE49-F238E27FC236}">
                <a16:creationId xmlns:a16="http://schemas.microsoft.com/office/drawing/2014/main" id="{435C5D94-35A6-BC4C-E76A-1F91A346F257}"/>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05E452F8-08FA-3EFB-1D16-BA03960DA021}"/>
              </a:ext>
            </a:extLst>
          </p:cNvPr>
          <p:cNvSpPr>
            <a:spLocks noGrp="1"/>
          </p:cNvSpPr>
          <p:nvPr>
            <p:ph type="sldNum" sz="quarter" idx="12"/>
          </p:nvPr>
        </p:nvSpPr>
        <p:spPr/>
        <p:txBody>
          <a:bodyPr/>
          <a:lstStyle/>
          <a:p>
            <a:fld id="{EC0C41DD-C508-4D57-B458-883B0701BCE8}" type="slidenum">
              <a:rPr lang="ru-RU" smtClean="0"/>
              <a:t>‹#›</a:t>
            </a:fld>
            <a:endParaRPr lang="ru-RU"/>
          </a:p>
        </p:txBody>
      </p:sp>
    </p:spTree>
    <p:extLst>
      <p:ext uri="{BB962C8B-B14F-4D97-AF65-F5344CB8AC3E}">
        <p14:creationId xmlns:p14="http://schemas.microsoft.com/office/powerpoint/2010/main" val="3900061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78D5203-237A-25B8-56C9-0ABD04BCB779}"/>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B73BCD85-194E-42A4-4303-C48ADD5EEC5F}"/>
              </a:ext>
            </a:extLst>
          </p:cNvPr>
          <p:cNvSpPr>
            <a:spLocks noGrp="1"/>
          </p:cNvSpPr>
          <p:nvPr>
            <p:ph type="dt" sz="half" idx="10"/>
          </p:nvPr>
        </p:nvSpPr>
        <p:spPr/>
        <p:txBody>
          <a:bodyPr/>
          <a:lstStyle/>
          <a:p>
            <a:fld id="{B263363F-4562-41A4-BDC4-9E4734C107BD}" type="datetimeFigureOut">
              <a:rPr lang="ru-RU" smtClean="0"/>
              <a:t>02.11.2024</a:t>
            </a:fld>
            <a:endParaRPr lang="ru-RU"/>
          </a:p>
        </p:txBody>
      </p:sp>
      <p:sp>
        <p:nvSpPr>
          <p:cNvPr id="4" name="Нижний колонтитул 3">
            <a:extLst>
              <a:ext uri="{FF2B5EF4-FFF2-40B4-BE49-F238E27FC236}">
                <a16:creationId xmlns:a16="http://schemas.microsoft.com/office/drawing/2014/main" id="{7E635C46-18CE-7C93-2210-D1CD7F9F80DF}"/>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BEF912D9-79F1-77AE-C3BC-0632465F5776}"/>
              </a:ext>
            </a:extLst>
          </p:cNvPr>
          <p:cNvSpPr>
            <a:spLocks noGrp="1"/>
          </p:cNvSpPr>
          <p:nvPr>
            <p:ph type="sldNum" sz="quarter" idx="12"/>
          </p:nvPr>
        </p:nvSpPr>
        <p:spPr/>
        <p:txBody>
          <a:bodyPr/>
          <a:lstStyle/>
          <a:p>
            <a:fld id="{EC0C41DD-C508-4D57-B458-883B0701BCE8}" type="slidenum">
              <a:rPr lang="ru-RU" smtClean="0"/>
              <a:t>‹#›</a:t>
            </a:fld>
            <a:endParaRPr lang="ru-RU"/>
          </a:p>
        </p:txBody>
      </p:sp>
    </p:spTree>
    <p:extLst>
      <p:ext uri="{BB962C8B-B14F-4D97-AF65-F5344CB8AC3E}">
        <p14:creationId xmlns:p14="http://schemas.microsoft.com/office/powerpoint/2010/main" val="1230973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09B48899-6559-DF59-BD72-52C6153DE250}"/>
              </a:ext>
            </a:extLst>
          </p:cNvPr>
          <p:cNvSpPr>
            <a:spLocks noGrp="1"/>
          </p:cNvSpPr>
          <p:nvPr>
            <p:ph type="dt" sz="half" idx="10"/>
          </p:nvPr>
        </p:nvSpPr>
        <p:spPr/>
        <p:txBody>
          <a:bodyPr/>
          <a:lstStyle/>
          <a:p>
            <a:fld id="{B263363F-4562-41A4-BDC4-9E4734C107BD}" type="datetimeFigureOut">
              <a:rPr lang="ru-RU" smtClean="0"/>
              <a:t>02.11.2024</a:t>
            </a:fld>
            <a:endParaRPr lang="ru-RU"/>
          </a:p>
        </p:txBody>
      </p:sp>
      <p:sp>
        <p:nvSpPr>
          <p:cNvPr id="3" name="Нижний колонтитул 2">
            <a:extLst>
              <a:ext uri="{FF2B5EF4-FFF2-40B4-BE49-F238E27FC236}">
                <a16:creationId xmlns:a16="http://schemas.microsoft.com/office/drawing/2014/main" id="{9845B948-C1C5-876B-7745-D40B32C6EAB2}"/>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30BC3244-94CB-9577-4D25-9B0CBEE2F49C}"/>
              </a:ext>
            </a:extLst>
          </p:cNvPr>
          <p:cNvSpPr>
            <a:spLocks noGrp="1"/>
          </p:cNvSpPr>
          <p:nvPr>
            <p:ph type="sldNum" sz="quarter" idx="12"/>
          </p:nvPr>
        </p:nvSpPr>
        <p:spPr/>
        <p:txBody>
          <a:bodyPr/>
          <a:lstStyle/>
          <a:p>
            <a:fld id="{EC0C41DD-C508-4D57-B458-883B0701BCE8}" type="slidenum">
              <a:rPr lang="ru-RU" smtClean="0"/>
              <a:t>‹#›</a:t>
            </a:fld>
            <a:endParaRPr lang="ru-RU"/>
          </a:p>
        </p:txBody>
      </p:sp>
    </p:spTree>
    <p:extLst>
      <p:ext uri="{BB962C8B-B14F-4D97-AF65-F5344CB8AC3E}">
        <p14:creationId xmlns:p14="http://schemas.microsoft.com/office/powerpoint/2010/main" val="2831320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BF1263-B419-5A66-FD7D-BE4C98E1CF92}"/>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9676DA1B-C115-78DB-F0FF-8B9FB92E6B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AD5054B1-0F4E-5F81-52C2-59FCF09D9A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FE8FDA6B-05C3-CAC7-9894-8AA700C1D177}"/>
              </a:ext>
            </a:extLst>
          </p:cNvPr>
          <p:cNvSpPr>
            <a:spLocks noGrp="1"/>
          </p:cNvSpPr>
          <p:nvPr>
            <p:ph type="dt" sz="half" idx="10"/>
          </p:nvPr>
        </p:nvSpPr>
        <p:spPr/>
        <p:txBody>
          <a:bodyPr/>
          <a:lstStyle/>
          <a:p>
            <a:fld id="{B263363F-4562-41A4-BDC4-9E4734C107BD}" type="datetimeFigureOut">
              <a:rPr lang="ru-RU" smtClean="0"/>
              <a:t>02.11.2024</a:t>
            </a:fld>
            <a:endParaRPr lang="ru-RU"/>
          </a:p>
        </p:txBody>
      </p:sp>
      <p:sp>
        <p:nvSpPr>
          <p:cNvPr id="6" name="Нижний колонтитул 5">
            <a:extLst>
              <a:ext uri="{FF2B5EF4-FFF2-40B4-BE49-F238E27FC236}">
                <a16:creationId xmlns:a16="http://schemas.microsoft.com/office/drawing/2014/main" id="{D3BA9ED5-51C3-4F86-E2A1-1BEAC030B1BF}"/>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30826BF3-4B09-9887-7C77-0872540BD04A}"/>
              </a:ext>
            </a:extLst>
          </p:cNvPr>
          <p:cNvSpPr>
            <a:spLocks noGrp="1"/>
          </p:cNvSpPr>
          <p:nvPr>
            <p:ph type="sldNum" sz="quarter" idx="12"/>
          </p:nvPr>
        </p:nvSpPr>
        <p:spPr/>
        <p:txBody>
          <a:bodyPr/>
          <a:lstStyle/>
          <a:p>
            <a:fld id="{EC0C41DD-C508-4D57-B458-883B0701BCE8}" type="slidenum">
              <a:rPr lang="ru-RU" smtClean="0"/>
              <a:t>‹#›</a:t>
            </a:fld>
            <a:endParaRPr lang="ru-RU"/>
          </a:p>
        </p:txBody>
      </p:sp>
    </p:spTree>
    <p:extLst>
      <p:ext uri="{BB962C8B-B14F-4D97-AF65-F5344CB8AC3E}">
        <p14:creationId xmlns:p14="http://schemas.microsoft.com/office/powerpoint/2010/main" val="1750843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4921F66-066A-1F8A-5AB4-71B20C121B6A}"/>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208614C0-DD5A-FFAB-A27B-ACFF90D9EB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81E2CFAE-E879-9F71-9610-037C0BA002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ADD46F33-ECC6-C4EF-70E8-01ED7EB8FCFD}"/>
              </a:ext>
            </a:extLst>
          </p:cNvPr>
          <p:cNvSpPr>
            <a:spLocks noGrp="1"/>
          </p:cNvSpPr>
          <p:nvPr>
            <p:ph type="dt" sz="half" idx="10"/>
          </p:nvPr>
        </p:nvSpPr>
        <p:spPr/>
        <p:txBody>
          <a:bodyPr/>
          <a:lstStyle/>
          <a:p>
            <a:fld id="{B263363F-4562-41A4-BDC4-9E4734C107BD}" type="datetimeFigureOut">
              <a:rPr lang="ru-RU" smtClean="0"/>
              <a:t>02.11.2024</a:t>
            </a:fld>
            <a:endParaRPr lang="ru-RU"/>
          </a:p>
        </p:txBody>
      </p:sp>
      <p:sp>
        <p:nvSpPr>
          <p:cNvPr id="6" name="Нижний колонтитул 5">
            <a:extLst>
              <a:ext uri="{FF2B5EF4-FFF2-40B4-BE49-F238E27FC236}">
                <a16:creationId xmlns:a16="http://schemas.microsoft.com/office/drawing/2014/main" id="{4026E283-3DCC-E545-65FD-05AAADE2B378}"/>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F8F7D187-480B-D421-2642-16A973DEBCB9}"/>
              </a:ext>
            </a:extLst>
          </p:cNvPr>
          <p:cNvSpPr>
            <a:spLocks noGrp="1"/>
          </p:cNvSpPr>
          <p:nvPr>
            <p:ph type="sldNum" sz="quarter" idx="12"/>
          </p:nvPr>
        </p:nvSpPr>
        <p:spPr/>
        <p:txBody>
          <a:bodyPr/>
          <a:lstStyle/>
          <a:p>
            <a:fld id="{EC0C41DD-C508-4D57-B458-883B0701BCE8}" type="slidenum">
              <a:rPr lang="ru-RU" smtClean="0"/>
              <a:t>‹#›</a:t>
            </a:fld>
            <a:endParaRPr lang="ru-RU"/>
          </a:p>
        </p:txBody>
      </p:sp>
    </p:spTree>
    <p:extLst>
      <p:ext uri="{BB962C8B-B14F-4D97-AF65-F5344CB8AC3E}">
        <p14:creationId xmlns:p14="http://schemas.microsoft.com/office/powerpoint/2010/main" val="2128639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2084E6B-9474-B790-DC9C-BE96B2F40692}"/>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E14518DC-31B6-BA9E-E573-26C6E553B961}"/>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74D5EB39-0D14-960B-6472-8DB1B4E65B5A}"/>
              </a:ext>
            </a:extLst>
          </p:cNvPr>
          <p:cNvSpPr>
            <a:spLocks noGrp="1"/>
          </p:cNvSpPr>
          <p:nvPr>
            <p:ph type="dt" sz="half" idx="10"/>
          </p:nvPr>
        </p:nvSpPr>
        <p:spPr/>
        <p:txBody>
          <a:bodyPr/>
          <a:lstStyle/>
          <a:p>
            <a:fld id="{B263363F-4562-41A4-BDC4-9E4734C107BD}" type="datetimeFigureOut">
              <a:rPr lang="ru-RU" smtClean="0"/>
              <a:t>02.11.2024</a:t>
            </a:fld>
            <a:endParaRPr lang="ru-RU"/>
          </a:p>
        </p:txBody>
      </p:sp>
      <p:sp>
        <p:nvSpPr>
          <p:cNvPr id="5" name="Нижний колонтитул 4">
            <a:extLst>
              <a:ext uri="{FF2B5EF4-FFF2-40B4-BE49-F238E27FC236}">
                <a16:creationId xmlns:a16="http://schemas.microsoft.com/office/drawing/2014/main" id="{712DC4A7-8836-4156-04B5-CF82979DCDE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03AACC3-D7F0-9209-DB88-92AC6703FE5A}"/>
              </a:ext>
            </a:extLst>
          </p:cNvPr>
          <p:cNvSpPr>
            <a:spLocks noGrp="1"/>
          </p:cNvSpPr>
          <p:nvPr>
            <p:ph type="sldNum" sz="quarter" idx="12"/>
          </p:nvPr>
        </p:nvSpPr>
        <p:spPr/>
        <p:txBody>
          <a:bodyPr/>
          <a:lstStyle/>
          <a:p>
            <a:fld id="{EC0C41DD-C508-4D57-B458-883B0701BCE8}" type="slidenum">
              <a:rPr lang="ru-RU" smtClean="0"/>
              <a:t>‹#›</a:t>
            </a:fld>
            <a:endParaRPr lang="ru-RU"/>
          </a:p>
        </p:txBody>
      </p:sp>
    </p:spTree>
    <p:extLst>
      <p:ext uri="{BB962C8B-B14F-4D97-AF65-F5344CB8AC3E}">
        <p14:creationId xmlns:p14="http://schemas.microsoft.com/office/powerpoint/2010/main" val="268813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221674A5-A353-9196-72A5-60DF8FE47BE2}"/>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CB91116D-A9EC-B82F-69AC-F9ABCC6A8975}"/>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A00E8AD3-2E31-C4C8-524C-17DBE8AD49ED}"/>
              </a:ext>
            </a:extLst>
          </p:cNvPr>
          <p:cNvSpPr>
            <a:spLocks noGrp="1"/>
          </p:cNvSpPr>
          <p:nvPr>
            <p:ph type="dt" sz="half" idx="10"/>
          </p:nvPr>
        </p:nvSpPr>
        <p:spPr/>
        <p:txBody>
          <a:bodyPr/>
          <a:lstStyle/>
          <a:p>
            <a:fld id="{B263363F-4562-41A4-BDC4-9E4734C107BD}" type="datetimeFigureOut">
              <a:rPr lang="ru-RU" smtClean="0"/>
              <a:t>02.11.2024</a:t>
            </a:fld>
            <a:endParaRPr lang="ru-RU"/>
          </a:p>
        </p:txBody>
      </p:sp>
      <p:sp>
        <p:nvSpPr>
          <p:cNvPr id="5" name="Нижний колонтитул 4">
            <a:extLst>
              <a:ext uri="{FF2B5EF4-FFF2-40B4-BE49-F238E27FC236}">
                <a16:creationId xmlns:a16="http://schemas.microsoft.com/office/drawing/2014/main" id="{7A19A82A-F037-ED78-CB98-6DC3CC88AA4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623978D1-7C70-0E7E-9405-4F7F9A8A5577}"/>
              </a:ext>
            </a:extLst>
          </p:cNvPr>
          <p:cNvSpPr>
            <a:spLocks noGrp="1"/>
          </p:cNvSpPr>
          <p:nvPr>
            <p:ph type="sldNum" sz="quarter" idx="12"/>
          </p:nvPr>
        </p:nvSpPr>
        <p:spPr/>
        <p:txBody>
          <a:bodyPr/>
          <a:lstStyle/>
          <a:p>
            <a:fld id="{EC0C41DD-C508-4D57-B458-883B0701BCE8}" type="slidenum">
              <a:rPr lang="ru-RU" smtClean="0"/>
              <a:t>‹#›</a:t>
            </a:fld>
            <a:endParaRPr lang="ru-RU"/>
          </a:p>
        </p:txBody>
      </p:sp>
    </p:spTree>
    <p:extLst>
      <p:ext uri="{BB962C8B-B14F-4D97-AF65-F5344CB8AC3E}">
        <p14:creationId xmlns:p14="http://schemas.microsoft.com/office/powerpoint/2010/main" val="41547521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Заголовок, текст и 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274638"/>
            <a:ext cx="10972800" cy="1143000"/>
          </a:xfrm>
        </p:spPr>
        <p:txBody>
          <a:bodyPr/>
          <a:lstStyle/>
          <a:p>
            <a:r>
              <a:rPr lang="ru-RU"/>
              <a:t>Образец заголовка</a:t>
            </a:r>
          </a:p>
        </p:txBody>
      </p:sp>
      <p:sp>
        <p:nvSpPr>
          <p:cNvPr id="3" name="Текст 2"/>
          <p:cNvSpPr>
            <a:spLocks noGrp="1"/>
          </p:cNvSpPr>
          <p:nvPr>
            <p:ph type="body" sz="half" idx="1"/>
          </p:nvPr>
        </p:nvSpPr>
        <p:spPr>
          <a:xfrm>
            <a:off x="609600" y="1600201"/>
            <a:ext cx="5384800" cy="4525963"/>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quarter" idx="2"/>
          </p:nvPr>
        </p:nvSpPr>
        <p:spPr>
          <a:xfrm>
            <a:off x="6197600" y="1600200"/>
            <a:ext cx="5384800" cy="21859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Объект 4"/>
          <p:cNvSpPr>
            <a:spLocks noGrp="1"/>
          </p:cNvSpPr>
          <p:nvPr>
            <p:ph sz="quarter" idx="3"/>
          </p:nvPr>
        </p:nvSpPr>
        <p:spPr>
          <a:xfrm>
            <a:off x="6197600" y="3938589"/>
            <a:ext cx="5384800" cy="2187575"/>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Rectangle 4"/>
          <p:cNvSpPr>
            <a:spLocks noGrp="1" noChangeArrowheads="1"/>
          </p:cNvSpPr>
          <p:nvPr>
            <p:ph type="dt" sz="half" idx="10"/>
          </p:nvPr>
        </p:nvSpPr>
        <p:spPr>
          <a:ln/>
        </p:spPr>
        <p:txBody>
          <a:bodyPr/>
          <a:lstStyle>
            <a:lvl1pPr>
              <a:defRPr/>
            </a:lvl1pPr>
          </a:lstStyle>
          <a:p>
            <a:pPr>
              <a:defRPr/>
            </a:pPr>
            <a:endParaRPr lang="ru-RU" altLang="ru-RU"/>
          </a:p>
        </p:txBody>
      </p:sp>
      <p:sp>
        <p:nvSpPr>
          <p:cNvPr id="7" name="Rectangle 5"/>
          <p:cNvSpPr>
            <a:spLocks noGrp="1" noChangeArrowheads="1"/>
          </p:cNvSpPr>
          <p:nvPr>
            <p:ph type="ftr" sz="quarter" idx="11"/>
          </p:nvPr>
        </p:nvSpPr>
        <p:spPr>
          <a:ln/>
        </p:spPr>
        <p:txBody>
          <a:bodyPr/>
          <a:lstStyle>
            <a:lvl1pPr>
              <a:defRPr/>
            </a:lvl1pPr>
          </a:lstStyle>
          <a:p>
            <a:pPr>
              <a:defRPr/>
            </a:pPr>
            <a:endParaRPr lang="ru-RU" altLang="ru-RU"/>
          </a:p>
        </p:txBody>
      </p:sp>
      <p:sp>
        <p:nvSpPr>
          <p:cNvPr id="8" name="Rectangle 6"/>
          <p:cNvSpPr>
            <a:spLocks noGrp="1" noChangeArrowheads="1"/>
          </p:cNvSpPr>
          <p:nvPr>
            <p:ph type="sldNum" sz="quarter" idx="12"/>
          </p:nvPr>
        </p:nvSpPr>
        <p:spPr>
          <a:ln/>
        </p:spPr>
        <p:txBody>
          <a:bodyPr/>
          <a:lstStyle>
            <a:lvl1pPr>
              <a:defRPr/>
            </a:lvl1pPr>
          </a:lstStyle>
          <a:p>
            <a:pPr>
              <a:defRPr/>
            </a:pPr>
            <a:fld id="{AB96ADEC-A59A-4F33-9966-E583436FC072}" type="slidenum">
              <a:rPr lang="ru-RU" altLang="ru-RU"/>
              <a:pPr>
                <a:defRPr/>
              </a:pPr>
              <a:t>‹#›</a:t>
            </a:fld>
            <a:endParaRPr lang="ru-RU" altLang="ru-RU"/>
          </a:p>
        </p:txBody>
      </p:sp>
    </p:spTree>
    <p:extLst>
      <p:ext uri="{BB962C8B-B14F-4D97-AF65-F5344CB8AC3E}">
        <p14:creationId xmlns:p14="http://schemas.microsoft.com/office/powerpoint/2010/main" val="3469254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alphaModFix amt="39000"/>
            <a:lum/>
          </a:blip>
          <a:srcRect/>
          <a:tile tx="0" ty="0" sx="100000" sy="100000" flip="none" algn="tl"/>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B42BBB7-B99B-1714-5221-302B49491C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CF14D07A-3BB3-5A57-93F8-1BA6E332DE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24AE4CB9-1EE7-B7AF-06A3-8DBCA355E5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63363F-4562-41A4-BDC4-9E4734C107BD}" type="datetimeFigureOut">
              <a:rPr lang="ru-RU" smtClean="0"/>
              <a:t>02.11.2024</a:t>
            </a:fld>
            <a:endParaRPr lang="ru-RU"/>
          </a:p>
        </p:txBody>
      </p:sp>
      <p:sp>
        <p:nvSpPr>
          <p:cNvPr id="5" name="Нижний колонтитул 4">
            <a:extLst>
              <a:ext uri="{FF2B5EF4-FFF2-40B4-BE49-F238E27FC236}">
                <a16:creationId xmlns:a16="http://schemas.microsoft.com/office/drawing/2014/main" id="{990A2F45-0F26-6575-0E89-31F543C63A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C2442353-3A44-2D23-6535-92E8CF0B56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0C41DD-C508-4D57-B458-883B0701BCE8}" type="slidenum">
              <a:rPr lang="ru-RU" smtClean="0"/>
              <a:t>‹#›</a:t>
            </a:fld>
            <a:endParaRPr lang="ru-RU"/>
          </a:p>
        </p:txBody>
      </p:sp>
    </p:spTree>
    <p:extLst>
      <p:ext uri="{BB962C8B-B14F-4D97-AF65-F5344CB8AC3E}">
        <p14:creationId xmlns:p14="http://schemas.microsoft.com/office/powerpoint/2010/main" val="26417901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 Id="rId5" Type="http://schemas.openxmlformats.org/officeDocument/2006/relationships/image" Target="../media/image14.jp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7.jpe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 Id="rId6" Type="http://schemas.microsoft.com/office/2007/relationships/hdphoto" Target="../media/hdphoto1.wdp"/><Relationship Id="rId5" Type="http://schemas.openxmlformats.org/officeDocument/2006/relationships/image" Target="../media/image24.jpe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 Id="rId5" Type="http://schemas.openxmlformats.org/officeDocument/2006/relationships/image" Target="../media/image32.pn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F02D14-8D66-7AE0-A20C-F206DDDDE99B}"/>
              </a:ext>
            </a:extLst>
          </p:cNvPr>
          <p:cNvSpPr>
            <a:spLocks noGrp="1"/>
          </p:cNvSpPr>
          <p:nvPr>
            <p:ph type="ctrTitle"/>
          </p:nvPr>
        </p:nvSpPr>
        <p:spPr>
          <a:xfrm>
            <a:off x="1450428" y="1879109"/>
            <a:ext cx="9144000" cy="2387600"/>
          </a:xfrm>
        </p:spPr>
        <p:txBody>
          <a:bodyPr>
            <a:normAutofit fontScale="90000"/>
          </a:bodyPr>
          <a:lstStyle/>
          <a:p>
            <a:r>
              <a:rPr lang="en-US" b="1" dirty="0">
                <a:latin typeface="Comic Sans MS" panose="030F0702030302020204" pitchFamily="66" charset="0"/>
              </a:rPr>
              <a:t>Virtual </a:t>
            </a:r>
            <a:r>
              <a:rPr lang="en-US" b="1" dirty="0" err="1">
                <a:latin typeface="Comic Sans MS" panose="030F0702030302020204" pitchFamily="66" charset="0"/>
              </a:rPr>
              <a:t>uskuna</a:t>
            </a:r>
            <a:r>
              <a:rPr lang="en-US" b="1" dirty="0">
                <a:latin typeface="Comic Sans MS" panose="030F0702030302020204" pitchFamily="66" charset="0"/>
              </a:rPr>
              <a:t> </a:t>
            </a:r>
            <a:r>
              <a:rPr lang="en-US" b="1" dirty="0" err="1">
                <a:latin typeface="Comic Sans MS" panose="030F0702030302020204" pitchFamily="66" charset="0"/>
              </a:rPr>
              <a:t>yaratishda</a:t>
            </a:r>
            <a:r>
              <a:rPr lang="en-US" b="1" dirty="0">
                <a:latin typeface="Comic Sans MS" panose="030F0702030302020204" pitchFamily="66" charset="0"/>
              </a:rPr>
              <a:t> </a:t>
            </a:r>
            <a:r>
              <a:rPr lang="en-US" b="1" dirty="0" err="1">
                <a:latin typeface="Comic Sans MS" panose="030F0702030302020204" pitchFamily="66" charset="0"/>
              </a:rPr>
              <a:t>takrorlanish</a:t>
            </a:r>
            <a:r>
              <a:rPr lang="ru-RU" b="1" dirty="0">
                <a:latin typeface="Comic Sans MS" panose="030F0702030302020204" pitchFamily="66" charset="0"/>
              </a:rPr>
              <a:t> </a:t>
            </a:r>
            <a:r>
              <a:rPr lang="en-US" b="1" dirty="0" err="1">
                <a:latin typeface="Comic Sans MS" panose="030F0702030302020204" pitchFamily="66" charset="0"/>
              </a:rPr>
              <a:t>va</a:t>
            </a:r>
            <a:r>
              <a:rPr lang="en-US" b="1" dirty="0">
                <a:latin typeface="Comic Sans MS" panose="030F0702030302020204" pitchFamily="66" charset="0"/>
              </a:rPr>
              <a:t> </a:t>
            </a:r>
            <a:r>
              <a:rPr lang="en-US" b="1" dirty="0" err="1">
                <a:latin typeface="Comic Sans MS" panose="030F0702030302020204" pitchFamily="66" charset="0"/>
              </a:rPr>
              <a:t>tarmoqlanish</a:t>
            </a:r>
            <a:r>
              <a:rPr lang="en-US" b="1" dirty="0">
                <a:latin typeface="Comic Sans MS" panose="030F0702030302020204" pitchFamily="66" charset="0"/>
              </a:rPr>
              <a:t> </a:t>
            </a:r>
            <a:r>
              <a:rPr lang="en-US" b="1" dirty="0" err="1">
                <a:latin typeface="Comic Sans MS" panose="030F0702030302020204" pitchFamily="66" charset="0"/>
              </a:rPr>
              <a:t>jarayonlari</a:t>
            </a:r>
            <a:r>
              <a:rPr lang="en-US" b="1" dirty="0">
                <a:latin typeface="Comic Sans MS" panose="030F0702030302020204" pitchFamily="66" charset="0"/>
              </a:rPr>
              <a:t>.</a:t>
            </a:r>
            <a:endParaRPr lang="ru-RU" b="1" dirty="0">
              <a:latin typeface="Comic Sans MS" panose="030F0702030302020204" pitchFamily="66" charset="0"/>
            </a:endParaRPr>
          </a:p>
        </p:txBody>
      </p:sp>
      <p:sp>
        <p:nvSpPr>
          <p:cNvPr id="3" name="Подзаголовок 2">
            <a:extLst>
              <a:ext uri="{FF2B5EF4-FFF2-40B4-BE49-F238E27FC236}">
                <a16:creationId xmlns:a16="http://schemas.microsoft.com/office/drawing/2014/main" id="{7B945064-F228-6E45-0740-B19C9071452E}"/>
              </a:ext>
            </a:extLst>
          </p:cNvPr>
          <p:cNvSpPr>
            <a:spLocks noGrp="1"/>
          </p:cNvSpPr>
          <p:nvPr>
            <p:ph type="subTitle" idx="1"/>
          </p:nvPr>
        </p:nvSpPr>
        <p:spPr>
          <a:xfrm>
            <a:off x="1597572" y="4337328"/>
            <a:ext cx="9144000" cy="1655762"/>
          </a:xfrm>
        </p:spPr>
        <p:txBody>
          <a:bodyPr/>
          <a:lstStyle/>
          <a:p>
            <a:r>
              <a:rPr lang="en-US" dirty="0" err="1"/>
              <a:t>M.N.Ikromova</a:t>
            </a:r>
            <a:r>
              <a:rPr lang="en-US"/>
              <a:t> </a:t>
            </a:r>
            <a:endParaRPr lang="ru-RU" dirty="0"/>
          </a:p>
        </p:txBody>
      </p:sp>
    </p:spTree>
    <p:extLst>
      <p:ext uri="{BB962C8B-B14F-4D97-AF65-F5344CB8AC3E}">
        <p14:creationId xmlns:p14="http://schemas.microsoft.com/office/powerpoint/2010/main" val="1872026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E7C0371-469E-6C45-DEA2-0895DC27DFEA}"/>
              </a:ext>
            </a:extLst>
          </p:cNvPr>
          <p:cNvSpPr>
            <a:spLocks noGrp="1"/>
          </p:cNvSpPr>
          <p:nvPr>
            <p:ph type="title"/>
          </p:nvPr>
        </p:nvSpPr>
        <p:spPr/>
        <p:txBody>
          <a:bodyPr/>
          <a:lstStyle/>
          <a:p>
            <a:pPr algn="ctr"/>
            <a:r>
              <a:rPr lang="en-US" dirty="0" err="1"/>
              <a:t>Reja</a:t>
            </a:r>
            <a:endParaRPr lang="ru-RU" dirty="0"/>
          </a:p>
        </p:txBody>
      </p:sp>
      <p:sp>
        <p:nvSpPr>
          <p:cNvPr id="3" name="Объект 2">
            <a:extLst>
              <a:ext uri="{FF2B5EF4-FFF2-40B4-BE49-F238E27FC236}">
                <a16:creationId xmlns:a16="http://schemas.microsoft.com/office/drawing/2014/main" id="{8E24B531-84AA-8813-28AC-D836B6C0CC1A}"/>
              </a:ext>
            </a:extLst>
          </p:cNvPr>
          <p:cNvSpPr>
            <a:spLocks noGrp="1"/>
          </p:cNvSpPr>
          <p:nvPr>
            <p:ph idx="1"/>
          </p:nvPr>
        </p:nvSpPr>
        <p:spPr/>
        <p:txBody>
          <a:bodyPr/>
          <a:lstStyle/>
          <a:p>
            <a:r>
              <a:rPr lang="en-US" b="1" dirty="0">
                <a:latin typeface="Comic Sans MS" panose="030F0702030302020204" pitchFamily="66" charset="0"/>
              </a:rPr>
              <a:t>1. For Loop </a:t>
            </a:r>
            <a:r>
              <a:rPr lang="en-US" b="1" dirty="0" err="1">
                <a:latin typeface="Comic Sans MS" panose="030F0702030302020204" pitchFamily="66" charset="0"/>
              </a:rPr>
              <a:t>strukturasi</a:t>
            </a:r>
            <a:endParaRPr lang="en-US" b="1" dirty="0">
              <a:latin typeface="Comic Sans MS" panose="030F0702030302020204" pitchFamily="66" charset="0"/>
            </a:endParaRPr>
          </a:p>
          <a:p>
            <a:r>
              <a:rPr lang="en-US" b="1" dirty="0">
                <a:latin typeface="Comic Sans MS" panose="030F0702030302020204" pitchFamily="66" charset="0"/>
              </a:rPr>
              <a:t>2. While Loop </a:t>
            </a:r>
            <a:r>
              <a:rPr lang="en-US" b="1" dirty="0" err="1">
                <a:latin typeface="Comic Sans MS" panose="030F0702030302020204" pitchFamily="66" charset="0"/>
              </a:rPr>
              <a:t>strukturasi</a:t>
            </a:r>
            <a:endParaRPr lang="en-US" b="1" dirty="0">
              <a:latin typeface="Comic Sans MS" panose="030F0702030302020204" pitchFamily="66" charset="0"/>
            </a:endParaRPr>
          </a:p>
          <a:p>
            <a:r>
              <a:rPr lang="en-US" b="1" dirty="0">
                <a:latin typeface="Comic Sans MS" panose="030F0702030302020204" pitchFamily="66" charset="0"/>
              </a:rPr>
              <a:t>Case  </a:t>
            </a:r>
            <a:r>
              <a:rPr lang="en-US" b="1" dirty="0" err="1">
                <a:latin typeface="Comic Sans MS" panose="030F0702030302020204" pitchFamily="66" charset="0"/>
              </a:rPr>
              <a:t>strukturasi</a:t>
            </a:r>
            <a:endParaRPr lang="ru-RU" dirty="0"/>
          </a:p>
        </p:txBody>
      </p:sp>
    </p:spTree>
    <p:extLst>
      <p:ext uri="{BB962C8B-B14F-4D97-AF65-F5344CB8AC3E}">
        <p14:creationId xmlns:p14="http://schemas.microsoft.com/office/powerpoint/2010/main" val="3385613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p:cNvSpPr>
            <a:spLocks noGrp="1"/>
          </p:cNvSpPr>
          <p:nvPr>
            <p:ph idx="1"/>
          </p:nvPr>
        </p:nvSpPr>
        <p:spPr>
          <a:xfrm>
            <a:off x="676656" y="332571"/>
            <a:ext cx="11082528" cy="5793593"/>
          </a:xfrm>
        </p:spPr>
        <p:txBody>
          <a:bodyPr/>
          <a:lstStyle/>
          <a:p>
            <a:pPr algn="just"/>
            <a:endParaRPr lang="en-US" sz="3600" b="1" dirty="0">
              <a:latin typeface="Comic Sans MS" panose="030F0702030302020204" pitchFamily="66" charset="0"/>
            </a:endParaRPr>
          </a:p>
          <a:p>
            <a:pPr algn="just"/>
            <a:endParaRPr lang="en-US" sz="3600" b="1" dirty="0">
              <a:latin typeface="Comic Sans MS" panose="030F0702030302020204" pitchFamily="66" charset="0"/>
            </a:endParaRPr>
          </a:p>
          <a:p>
            <a:pPr algn="just"/>
            <a:r>
              <a:rPr lang="en-US" sz="3600" b="1" dirty="0" err="1">
                <a:latin typeface="Comic Sans MS" panose="030F0702030302020204" pitchFamily="66" charset="0"/>
              </a:rPr>
              <a:t>Tsikl</a:t>
            </a:r>
            <a:r>
              <a:rPr lang="en-US" sz="3600" dirty="0" err="1">
                <a:latin typeface="Comic Sans MS" panose="030F0702030302020204" pitchFamily="66" charset="0"/>
              </a:rPr>
              <a:t>-bu</a:t>
            </a:r>
            <a:r>
              <a:rPr lang="en-US" sz="3600" dirty="0">
                <a:latin typeface="Comic Sans MS" panose="030F0702030302020204" pitchFamily="66" charset="0"/>
              </a:rPr>
              <a:t> </a:t>
            </a:r>
            <a:r>
              <a:rPr lang="en-US" sz="3600" dirty="0" err="1">
                <a:latin typeface="Comic Sans MS" panose="030F0702030302020204" pitchFamily="66" charset="0"/>
              </a:rPr>
              <a:t>ko'rsatmalar</a:t>
            </a:r>
            <a:r>
              <a:rPr lang="en-US" sz="3600" dirty="0">
                <a:latin typeface="Comic Sans MS" panose="030F0702030302020204" pitchFamily="66" charset="0"/>
              </a:rPr>
              <a:t> </a:t>
            </a:r>
            <a:r>
              <a:rPr lang="en-US" sz="3600" dirty="0" err="1">
                <a:latin typeface="Comic Sans MS" panose="030F0702030302020204" pitchFamily="66" charset="0"/>
              </a:rPr>
              <a:t>to'plamining</a:t>
            </a:r>
            <a:r>
              <a:rPr lang="en-US" sz="3600" dirty="0">
                <a:latin typeface="Comic Sans MS" panose="030F0702030302020204" pitchFamily="66" charset="0"/>
              </a:rPr>
              <a:t> </a:t>
            </a:r>
            <a:r>
              <a:rPr lang="en-US" sz="3600" dirty="0" err="1">
                <a:latin typeface="Comic Sans MS" panose="030F0702030302020204" pitchFamily="66" charset="0"/>
              </a:rPr>
              <a:t>takroriy</a:t>
            </a:r>
            <a:r>
              <a:rPr lang="en-US" sz="3600" dirty="0">
                <a:latin typeface="Comic Sans MS" panose="030F0702030302020204" pitchFamily="66" charset="0"/>
              </a:rPr>
              <a:t> </a:t>
            </a:r>
            <a:r>
              <a:rPr lang="en-US" sz="3600" dirty="0" err="1">
                <a:latin typeface="Comic Sans MS" panose="030F0702030302020204" pitchFamily="66" charset="0"/>
              </a:rPr>
              <a:t>bajarilishini</a:t>
            </a:r>
            <a:r>
              <a:rPr lang="en-US" sz="3600" dirty="0">
                <a:latin typeface="Comic Sans MS" panose="030F0702030302020204" pitchFamily="66" charset="0"/>
              </a:rPr>
              <a:t> </a:t>
            </a:r>
            <a:r>
              <a:rPr lang="en-US" sz="3600" dirty="0" err="1">
                <a:latin typeface="Comic Sans MS" panose="030F0702030302020204" pitchFamily="66" charset="0"/>
              </a:rPr>
              <a:t>tashkil</a:t>
            </a:r>
            <a:r>
              <a:rPr lang="en-US" sz="3600" dirty="0">
                <a:latin typeface="Comic Sans MS" panose="030F0702030302020204" pitchFamily="66" charset="0"/>
              </a:rPr>
              <a:t> </a:t>
            </a:r>
            <a:r>
              <a:rPr lang="en-US" sz="3600" dirty="0" err="1">
                <a:latin typeface="Comic Sans MS" panose="030F0702030302020204" pitchFamily="66" charset="0"/>
              </a:rPr>
              <a:t>qilish</a:t>
            </a:r>
            <a:r>
              <a:rPr lang="en-US" sz="3600" dirty="0">
                <a:latin typeface="Comic Sans MS" panose="030F0702030302020204" pitchFamily="66" charset="0"/>
              </a:rPr>
              <a:t> </a:t>
            </a:r>
            <a:r>
              <a:rPr lang="en-US" sz="3600" dirty="0" err="1">
                <a:latin typeface="Comic Sans MS" panose="030F0702030302020204" pitchFamily="66" charset="0"/>
              </a:rPr>
              <a:t>uchun</a:t>
            </a:r>
            <a:r>
              <a:rPr lang="en-US" sz="3600" dirty="0">
                <a:latin typeface="Comic Sans MS" panose="030F0702030302020204" pitchFamily="66" charset="0"/>
              </a:rPr>
              <a:t> </a:t>
            </a:r>
            <a:r>
              <a:rPr lang="en-US" sz="3600" dirty="0" err="1">
                <a:latin typeface="Comic Sans MS" panose="030F0702030302020204" pitchFamily="66" charset="0"/>
              </a:rPr>
              <a:t>mo'ljallangan</a:t>
            </a:r>
            <a:r>
              <a:rPr lang="en-US" sz="3600" dirty="0">
                <a:latin typeface="Comic Sans MS" panose="030F0702030302020204" pitchFamily="66" charset="0"/>
              </a:rPr>
              <a:t> </a:t>
            </a:r>
            <a:r>
              <a:rPr lang="en-US" sz="3600" dirty="0" err="1">
                <a:latin typeface="Comic Sans MS" panose="030F0702030302020204" pitchFamily="66" charset="0"/>
              </a:rPr>
              <a:t>boshqaruv</a:t>
            </a:r>
            <a:r>
              <a:rPr lang="en-US" sz="3600" dirty="0">
                <a:latin typeface="Comic Sans MS" panose="030F0702030302020204" pitchFamily="66" charset="0"/>
              </a:rPr>
              <a:t> </a:t>
            </a:r>
            <a:r>
              <a:rPr lang="en-US" sz="3600" dirty="0" err="1">
                <a:latin typeface="Comic Sans MS" panose="030F0702030302020204" pitchFamily="66" charset="0"/>
              </a:rPr>
              <a:t>konstruktsiyaning</a:t>
            </a:r>
            <a:r>
              <a:rPr lang="en-US" sz="3600" dirty="0">
                <a:latin typeface="Comic Sans MS" panose="030F0702030302020204" pitchFamily="66" charset="0"/>
              </a:rPr>
              <a:t> </a:t>
            </a:r>
            <a:r>
              <a:rPr lang="en-US" sz="3600" dirty="0" err="1">
                <a:latin typeface="Comic Sans MS" panose="030F0702030302020204" pitchFamily="66" charset="0"/>
              </a:rPr>
              <a:t>bir</a:t>
            </a:r>
            <a:r>
              <a:rPr lang="en-US" sz="3600" dirty="0">
                <a:latin typeface="Comic Sans MS" panose="030F0702030302020204" pitchFamily="66" charset="0"/>
              </a:rPr>
              <a:t> </a:t>
            </a:r>
            <a:r>
              <a:rPr lang="en-US" sz="3600" dirty="0" err="1">
                <a:latin typeface="Comic Sans MS" panose="030F0702030302020204" pitchFamily="66" charset="0"/>
              </a:rPr>
              <a:t>turi</a:t>
            </a:r>
            <a:r>
              <a:rPr lang="en-US" sz="3600" dirty="0">
                <a:latin typeface="Comic Sans MS" panose="030F0702030302020204" pitchFamily="66" charset="0"/>
              </a:rPr>
              <a:t>. </a:t>
            </a:r>
          </a:p>
          <a:p>
            <a:pPr algn="just"/>
            <a:r>
              <a:rPr lang="en-US" sz="3600" dirty="0" err="1">
                <a:latin typeface="Comic Sans MS" panose="030F0702030302020204" pitchFamily="66" charset="0"/>
              </a:rPr>
              <a:t>Takroriy</a:t>
            </a:r>
            <a:r>
              <a:rPr lang="en-US" sz="3600" dirty="0">
                <a:latin typeface="Comic Sans MS" panose="030F0702030302020204" pitchFamily="66" charset="0"/>
              </a:rPr>
              <a:t> </a:t>
            </a:r>
            <a:r>
              <a:rPr lang="en-US" sz="3600" dirty="0" err="1">
                <a:latin typeface="Comic Sans MS" panose="030F0702030302020204" pitchFamily="66" charset="0"/>
              </a:rPr>
              <a:t>bajarish</a:t>
            </a:r>
            <a:r>
              <a:rPr lang="en-US" sz="3600" dirty="0">
                <a:latin typeface="Comic Sans MS" panose="030F0702030302020204" pitchFamily="66" charset="0"/>
              </a:rPr>
              <a:t> </a:t>
            </a:r>
            <a:r>
              <a:rPr lang="en-US" sz="3600" dirty="0" err="1">
                <a:latin typeface="Comic Sans MS" panose="030F0702030302020204" pitchFamily="66" charset="0"/>
              </a:rPr>
              <a:t>uchun</a:t>
            </a:r>
            <a:r>
              <a:rPr lang="en-US" sz="3600" dirty="0">
                <a:latin typeface="Comic Sans MS" panose="030F0702030302020204" pitchFamily="66" charset="0"/>
              </a:rPr>
              <a:t> </a:t>
            </a:r>
            <a:r>
              <a:rPr lang="en-US" sz="3600" dirty="0" err="1">
                <a:latin typeface="Comic Sans MS" panose="030F0702030302020204" pitchFamily="66" charset="0"/>
              </a:rPr>
              <a:t>mo'ljallangan</a:t>
            </a:r>
            <a:r>
              <a:rPr lang="en-US" sz="3600" dirty="0">
                <a:latin typeface="Comic Sans MS" panose="030F0702030302020204" pitchFamily="66" charset="0"/>
              </a:rPr>
              <a:t> </a:t>
            </a:r>
            <a:r>
              <a:rPr lang="en-US" sz="3600" dirty="0" err="1">
                <a:latin typeface="Comic Sans MS" panose="030F0702030302020204" pitchFamily="66" charset="0"/>
              </a:rPr>
              <a:t>ko'rsatmalar</a:t>
            </a:r>
            <a:r>
              <a:rPr lang="en-US" sz="3600" dirty="0">
                <a:latin typeface="Comic Sans MS" panose="030F0702030302020204" pitchFamily="66" charset="0"/>
              </a:rPr>
              <a:t> </a:t>
            </a:r>
            <a:r>
              <a:rPr lang="en-US" sz="3600" dirty="0" err="1">
                <a:latin typeface="Comic Sans MS" panose="030F0702030302020204" pitchFamily="66" charset="0"/>
              </a:rPr>
              <a:t>ketma-ketligi</a:t>
            </a:r>
            <a:r>
              <a:rPr lang="en-US" sz="3600" dirty="0">
                <a:latin typeface="Comic Sans MS" panose="030F0702030302020204" pitchFamily="66" charset="0"/>
              </a:rPr>
              <a:t> </a:t>
            </a:r>
            <a:r>
              <a:rPr lang="en-US" sz="3600" u="sng" dirty="0" err="1">
                <a:latin typeface="Comic Sans MS" panose="030F0702030302020204" pitchFamily="66" charset="0"/>
              </a:rPr>
              <a:t>tsikl</a:t>
            </a:r>
            <a:r>
              <a:rPr lang="en-US" sz="3600" u="sng" dirty="0">
                <a:latin typeface="Comic Sans MS" panose="030F0702030302020204" pitchFamily="66" charset="0"/>
              </a:rPr>
              <a:t> </a:t>
            </a:r>
            <a:r>
              <a:rPr lang="en-US" sz="3600" u="sng" dirty="0" err="1">
                <a:latin typeface="Comic Sans MS" panose="030F0702030302020204" pitchFamily="66" charset="0"/>
              </a:rPr>
              <a:t>tanasi</a:t>
            </a:r>
            <a:r>
              <a:rPr lang="en-US" sz="3600" u="sng" dirty="0">
                <a:latin typeface="Comic Sans MS" panose="030F0702030302020204" pitchFamily="66" charset="0"/>
              </a:rPr>
              <a:t> </a:t>
            </a:r>
            <a:r>
              <a:rPr lang="en-US" sz="3600" dirty="0">
                <a:latin typeface="Comic Sans MS" panose="030F0702030302020204" pitchFamily="66" charset="0"/>
              </a:rPr>
              <a:t>deb </a:t>
            </a:r>
            <a:r>
              <a:rPr lang="en-US" sz="3600" dirty="0" err="1">
                <a:latin typeface="Comic Sans MS" panose="030F0702030302020204" pitchFamily="66" charset="0"/>
              </a:rPr>
              <a:t>ataladi</a:t>
            </a:r>
            <a:r>
              <a:rPr lang="en-US" sz="3600" dirty="0">
                <a:latin typeface="Comic Sans MS" panose="030F0702030302020204" pitchFamily="66" charset="0"/>
              </a:rPr>
              <a:t> </a:t>
            </a:r>
            <a:r>
              <a:rPr lang="en-US" sz="3600" dirty="0" err="1">
                <a:latin typeface="Comic Sans MS" panose="030F0702030302020204" pitchFamily="66" charset="0"/>
              </a:rPr>
              <a:t>va</a:t>
            </a:r>
            <a:r>
              <a:rPr lang="en-US" sz="3600" dirty="0">
                <a:latin typeface="Comic Sans MS" panose="030F0702030302020204" pitchFamily="66" charset="0"/>
              </a:rPr>
              <a:t> </a:t>
            </a:r>
            <a:r>
              <a:rPr lang="en-US" sz="3600" dirty="0" err="1">
                <a:latin typeface="Comic Sans MS" panose="030F0702030302020204" pitchFamily="66" charset="0"/>
              </a:rPr>
              <a:t>tsikl</a:t>
            </a:r>
            <a:r>
              <a:rPr lang="en-US" sz="3600" dirty="0">
                <a:latin typeface="Comic Sans MS" panose="030F0702030302020204" pitchFamily="66" charset="0"/>
              </a:rPr>
              <a:t> </a:t>
            </a:r>
            <a:r>
              <a:rPr lang="en-US" sz="3600" dirty="0" err="1">
                <a:latin typeface="Comic Sans MS" panose="030F0702030302020204" pitchFamily="66" charset="0"/>
              </a:rPr>
              <a:t>tanasining</a:t>
            </a:r>
            <a:r>
              <a:rPr lang="en-US" sz="3600" dirty="0">
                <a:latin typeface="Comic Sans MS" panose="030F0702030302020204" pitchFamily="66" charset="0"/>
              </a:rPr>
              <a:t> </a:t>
            </a:r>
            <a:r>
              <a:rPr lang="en-US" sz="3600" dirty="0" err="1">
                <a:latin typeface="Comic Sans MS" panose="030F0702030302020204" pitchFamily="66" charset="0"/>
              </a:rPr>
              <a:t>bir</a:t>
            </a:r>
            <a:r>
              <a:rPr lang="en-US" sz="3600" dirty="0">
                <a:latin typeface="Comic Sans MS" panose="030F0702030302020204" pitchFamily="66" charset="0"/>
              </a:rPr>
              <a:t> </a:t>
            </a:r>
            <a:r>
              <a:rPr lang="en-US" sz="3600" dirty="0" err="1">
                <a:latin typeface="Comic Sans MS" panose="030F0702030302020204" pitchFamily="66" charset="0"/>
              </a:rPr>
              <a:t>marta</a:t>
            </a:r>
            <a:r>
              <a:rPr lang="en-US" sz="3600" dirty="0">
                <a:latin typeface="Comic Sans MS" panose="030F0702030302020204" pitchFamily="66" charset="0"/>
              </a:rPr>
              <a:t> </a:t>
            </a:r>
            <a:r>
              <a:rPr lang="en-US" sz="3600" dirty="0" err="1">
                <a:latin typeface="Comic Sans MS" panose="030F0702030302020204" pitchFamily="66" charset="0"/>
              </a:rPr>
              <a:t>bajarilishi</a:t>
            </a:r>
            <a:r>
              <a:rPr lang="en-US" sz="3600" dirty="0">
                <a:latin typeface="Comic Sans MS" panose="030F0702030302020204" pitchFamily="66" charset="0"/>
              </a:rPr>
              <a:t> </a:t>
            </a:r>
            <a:r>
              <a:rPr lang="en-US" sz="3600" u="sng" dirty="0" err="1">
                <a:latin typeface="Comic Sans MS" panose="030F0702030302020204" pitchFamily="66" charset="0"/>
              </a:rPr>
              <a:t>iteratsiya</a:t>
            </a:r>
            <a:r>
              <a:rPr lang="en-US" sz="3600" dirty="0">
                <a:latin typeface="Comic Sans MS" panose="030F0702030302020204" pitchFamily="66" charset="0"/>
              </a:rPr>
              <a:t> deb </a:t>
            </a:r>
            <a:r>
              <a:rPr lang="en-US" sz="3600" dirty="0" err="1">
                <a:latin typeface="Comic Sans MS" panose="030F0702030302020204" pitchFamily="66" charset="0"/>
              </a:rPr>
              <a:t>ataladi</a:t>
            </a:r>
            <a:r>
              <a:rPr lang="en-US" sz="3600" dirty="0">
                <a:latin typeface="Comic Sans MS" panose="030F0702030302020204" pitchFamily="66" charset="0"/>
              </a:rPr>
              <a:t>.</a:t>
            </a:r>
            <a:endParaRPr lang="ru-RU" sz="3600" dirty="0">
              <a:latin typeface="Comic Sans MS" panose="030F0702030302020204" pitchFamily="66" charset="0"/>
            </a:endParaRPr>
          </a:p>
        </p:txBody>
      </p:sp>
    </p:spTree>
    <p:extLst>
      <p:ext uri="{BB962C8B-B14F-4D97-AF65-F5344CB8AC3E}">
        <p14:creationId xmlns:p14="http://schemas.microsoft.com/office/powerpoint/2010/main" val="1486423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75400" y="274638"/>
            <a:ext cx="8713210" cy="1143000"/>
          </a:xfrm>
        </p:spPr>
        <p:txBody>
          <a:bodyPr/>
          <a:lstStyle/>
          <a:p>
            <a:r>
              <a:rPr lang="en-US" sz="3600" b="1" i="1" dirty="0"/>
              <a:t>LabVIEW-da </a:t>
            </a:r>
            <a:r>
              <a:rPr lang="en-US" sz="3600" b="1" i="1" dirty="0" err="1"/>
              <a:t>tsikllarning</a:t>
            </a:r>
            <a:r>
              <a:rPr lang="en-US" sz="3600" b="1" i="1" dirty="0"/>
              <a:t> </a:t>
            </a:r>
            <a:r>
              <a:rPr lang="en-US" sz="3600" b="1" i="1" dirty="0" err="1"/>
              <a:t>ikki</a:t>
            </a:r>
            <a:r>
              <a:rPr lang="en-US" sz="3600" b="1" i="1" dirty="0"/>
              <a:t> </a:t>
            </a:r>
            <a:r>
              <a:rPr lang="en-US" sz="3600" b="1" i="1" dirty="0" err="1"/>
              <a:t>turi</a:t>
            </a:r>
            <a:r>
              <a:rPr lang="en-US" sz="3600" b="1" i="1" dirty="0"/>
              <a:t> </a:t>
            </a:r>
            <a:r>
              <a:rPr lang="en-US" sz="3600" b="1" i="1" dirty="0" err="1"/>
              <a:t>mavjud</a:t>
            </a:r>
            <a:r>
              <a:rPr lang="en-US" sz="3600" b="1" i="1" dirty="0"/>
              <a:t>:</a:t>
            </a:r>
            <a:endParaRPr lang="ru-RU" sz="3600" b="1" i="1" dirty="0"/>
          </a:p>
        </p:txBody>
      </p:sp>
      <p:sp>
        <p:nvSpPr>
          <p:cNvPr id="3" name="Объект 2"/>
          <p:cNvSpPr>
            <a:spLocks noGrp="1"/>
          </p:cNvSpPr>
          <p:nvPr>
            <p:ph idx="1"/>
          </p:nvPr>
        </p:nvSpPr>
        <p:spPr>
          <a:xfrm>
            <a:off x="641023" y="1268700"/>
            <a:ext cx="11067068" cy="5328740"/>
          </a:xfrm>
        </p:spPr>
        <p:txBody>
          <a:bodyPr>
            <a:normAutofit/>
          </a:bodyPr>
          <a:lstStyle/>
          <a:p>
            <a:pPr lvl="0"/>
            <a:r>
              <a:rPr lang="en-US" sz="3600" b="1" dirty="0"/>
              <a:t>For Loop </a:t>
            </a:r>
            <a:r>
              <a:rPr lang="en-US" sz="3600" dirty="0"/>
              <a:t>–</a:t>
            </a:r>
            <a:r>
              <a:rPr lang="en-US" sz="3600" dirty="0" err="1"/>
              <a:t>takrorlanishlar</a:t>
            </a:r>
            <a:r>
              <a:rPr lang="en-US" sz="3600" dirty="0"/>
              <a:t> </a:t>
            </a:r>
            <a:r>
              <a:rPr lang="en-US" sz="3600" dirty="0" err="1"/>
              <a:t>soni</a:t>
            </a:r>
            <a:r>
              <a:rPr lang="en-US" sz="3600" dirty="0"/>
              <a:t> </a:t>
            </a:r>
            <a:r>
              <a:rPr lang="en-US" sz="3600" dirty="0" err="1"/>
              <a:t>berilgan</a:t>
            </a:r>
            <a:r>
              <a:rPr lang="en-US" sz="3600" dirty="0"/>
              <a:t> (</a:t>
            </a:r>
            <a:r>
              <a:rPr lang="en-US" sz="3600" dirty="0" err="1"/>
              <a:t>yoki</a:t>
            </a:r>
            <a:r>
              <a:rPr lang="en-US" sz="3600" dirty="0"/>
              <a:t> </a:t>
            </a:r>
            <a:r>
              <a:rPr lang="en-US" sz="3600" dirty="0" err="1"/>
              <a:t>ma'lum</a:t>
            </a:r>
            <a:r>
              <a:rPr lang="en-US" sz="3600" dirty="0"/>
              <a:t> </a:t>
            </a:r>
            <a:r>
              <a:rPr lang="en-US" sz="3600" dirty="0" err="1"/>
              <a:t>sonli</a:t>
            </a:r>
            <a:r>
              <a:rPr lang="en-US" sz="3600" dirty="0"/>
              <a:t>) </a:t>
            </a:r>
            <a:r>
              <a:rPr lang="en-US" sz="3600" dirty="0" err="1"/>
              <a:t>tsikl</a:t>
            </a:r>
            <a:r>
              <a:rPr lang="en-US" sz="3600" dirty="0"/>
              <a:t>.</a:t>
            </a:r>
          </a:p>
          <a:p>
            <a:pPr lvl="0"/>
            <a:r>
              <a:rPr lang="en-US" sz="3600" b="1" dirty="0"/>
              <a:t>While Loop</a:t>
            </a:r>
            <a:r>
              <a:rPr lang="en-US" sz="3600" dirty="0"/>
              <a:t>- </a:t>
            </a:r>
            <a:r>
              <a:rPr lang="en-US" sz="3600" dirty="0" err="1"/>
              <a:t>shart</a:t>
            </a:r>
            <a:r>
              <a:rPr lang="en-US" sz="3600" dirty="0"/>
              <a:t> </a:t>
            </a:r>
            <a:r>
              <a:rPr lang="en-US" sz="3600" dirty="0" err="1"/>
              <a:t>bo'yicha</a:t>
            </a:r>
            <a:r>
              <a:rPr lang="en-US" sz="3600" dirty="0"/>
              <a:t> </a:t>
            </a:r>
            <a:r>
              <a:rPr lang="en-US" sz="3600" dirty="0" err="1"/>
              <a:t>tsikl</a:t>
            </a:r>
            <a:r>
              <a:rPr lang="en-US" sz="3600" dirty="0"/>
              <a:t>. </a:t>
            </a:r>
            <a:r>
              <a:rPr lang="en-US" sz="3600" dirty="0" err="1"/>
              <a:t>Avvaldan</a:t>
            </a:r>
            <a:r>
              <a:rPr lang="en-US" sz="3600" dirty="0"/>
              <a:t> </a:t>
            </a:r>
            <a:r>
              <a:rPr lang="en-US" sz="3600" dirty="0" err="1"/>
              <a:t>tsikl</a:t>
            </a:r>
            <a:r>
              <a:rPr lang="en-US" sz="3600" dirty="0"/>
              <a:t> </a:t>
            </a:r>
            <a:r>
              <a:rPr lang="en-US" sz="3600" dirty="0" err="1"/>
              <a:t>davomiyligi</a:t>
            </a:r>
            <a:r>
              <a:rPr lang="en-US" sz="3600" dirty="0"/>
              <a:t> </a:t>
            </a:r>
            <a:r>
              <a:rPr lang="en-US" sz="3600" dirty="0" err="1"/>
              <a:t>shartini</a:t>
            </a:r>
            <a:r>
              <a:rPr lang="en-US" sz="3600" dirty="0"/>
              <a:t> </a:t>
            </a:r>
            <a:r>
              <a:rPr lang="en-US" sz="3600" dirty="0" err="1"/>
              <a:t>tekshirish</a:t>
            </a:r>
            <a:r>
              <a:rPr lang="en-US" sz="3600" dirty="0"/>
              <a:t> </a:t>
            </a:r>
            <a:r>
              <a:rPr lang="en-US" sz="3600" dirty="0" err="1"/>
              <a:t>hamda</a:t>
            </a:r>
            <a:r>
              <a:rPr lang="en-US" sz="3600" dirty="0"/>
              <a:t> </a:t>
            </a:r>
            <a:r>
              <a:rPr lang="en-US" sz="3600" dirty="0" err="1"/>
              <a:t>iteratsiyasi</a:t>
            </a:r>
            <a:r>
              <a:rPr lang="en-US" sz="3600" dirty="0"/>
              <a:t> </a:t>
            </a:r>
            <a:r>
              <a:rPr lang="en-US" sz="3600" dirty="0" err="1"/>
              <a:t>noma’lum</a:t>
            </a:r>
            <a:r>
              <a:rPr lang="en-US" sz="3600" dirty="0"/>
              <a:t> </a:t>
            </a:r>
            <a:r>
              <a:rPr lang="en-US" sz="3600" dirty="0" err="1"/>
              <a:t>bo’lgan</a:t>
            </a:r>
            <a:r>
              <a:rPr lang="en-US" sz="3600" dirty="0"/>
              <a:t> </a:t>
            </a:r>
            <a:r>
              <a:rPr lang="en-US" sz="3600" dirty="0" err="1"/>
              <a:t>tsikl</a:t>
            </a:r>
            <a:r>
              <a:rPr lang="en-US" sz="3600" dirty="0"/>
              <a:t>.</a:t>
            </a:r>
          </a:p>
          <a:p>
            <a:pPr marL="0" indent="0" algn="just">
              <a:buNone/>
            </a:pPr>
            <a:endParaRPr lang="ru-RU" sz="3400" dirty="0"/>
          </a:p>
          <a:p>
            <a:pPr marL="0" indent="0" algn="just">
              <a:buNone/>
            </a:pPr>
            <a:r>
              <a:rPr lang="en-US" sz="3400" dirty="0" err="1"/>
              <a:t>Tsikllarda</a:t>
            </a:r>
            <a:r>
              <a:rPr lang="en-US" sz="3400" dirty="0"/>
              <a:t> </a:t>
            </a:r>
            <a:r>
              <a:rPr lang="en-US" sz="3400" dirty="0" err="1"/>
              <a:t>ma'lumotlarni</a:t>
            </a:r>
            <a:r>
              <a:rPr lang="en-US" sz="3400" dirty="0"/>
              <a:t> </a:t>
            </a:r>
            <a:r>
              <a:rPr lang="en-US" sz="3400" dirty="0" err="1"/>
              <a:t>olish</a:t>
            </a:r>
            <a:r>
              <a:rPr lang="en-US" sz="3400" dirty="0"/>
              <a:t> </a:t>
            </a:r>
            <a:r>
              <a:rPr lang="en-US" sz="3400" dirty="0" err="1"/>
              <a:t>va</a:t>
            </a:r>
            <a:r>
              <a:rPr lang="en-US" sz="3400" dirty="0"/>
              <a:t> </a:t>
            </a:r>
            <a:r>
              <a:rPr lang="en-US" sz="3400" dirty="0" err="1"/>
              <a:t>chiqarish</a:t>
            </a:r>
            <a:r>
              <a:rPr lang="en-US" sz="3400" dirty="0"/>
              <a:t> </a:t>
            </a:r>
            <a:r>
              <a:rPr lang="en-US" sz="3400" dirty="0" err="1"/>
              <a:t>uchun</a:t>
            </a:r>
            <a:r>
              <a:rPr lang="en-US" sz="3400" dirty="0"/>
              <a:t> </a:t>
            </a:r>
            <a:r>
              <a:rPr lang="en-US" sz="3400" dirty="0" err="1"/>
              <a:t>cheksiz</a:t>
            </a:r>
            <a:r>
              <a:rPr lang="en-US" sz="3400" dirty="0"/>
              <a:t> </a:t>
            </a:r>
            <a:r>
              <a:rPr lang="en-US" sz="3400" dirty="0" err="1"/>
              <a:t>kirish</a:t>
            </a:r>
            <a:r>
              <a:rPr lang="en-US" sz="3400" dirty="0"/>
              <a:t> </a:t>
            </a:r>
            <a:r>
              <a:rPr lang="en-US" sz="3400" dirty="0" err="1"/>
              <a:t>va</a:t>
            </a:r>
            <a:r>
              <a:rPr lang="en-US" sz="3400" dirty="0"/>
              <a:t> </a:t>
            </a:r>
            <a:r>
              <a:rPr lang="en-US" sz="3400" dirty="0" err="1"/>
              <a:t>chiqish</a:t>
            </a:r>
            <a:r>
              <a:rPr lang="en-US" sz="3400" dirty="0"/>
              <a:t> </a:t>
            </a:r>
            <a:r>
              <a:rPr lang="en-US" sz="3400" dirty="0" err="1"/>
              <a:t>terminallariga</a:t>
            </a:r>
            <a:r>
              <a:rPr lang="en-US" sz="3400" dirty="0"/>
              <a:t> </a:t>
            </a:r>
            <a:r>
              <a:rPr lang="en-US" sz="3400" dirty="0" err="1"/>
              <a:t>ega</a:t>
            </a:r>
            <a:r>
              <a:rPr lang="en-US" sz="3400" dirty="0"/>
              <a:t> </a:t>
            </a:r>
            <a:r>
              <a:rPr lang="en-US" sz="3400" dirty="0" err="1"/>
              <a:t>bo'lishi</a:t>
            </a:r>
            <a:r>
              <a:rPr lang="en-US" sz="3400" dirty="0"/>
              <a:t> </a:t>
            </a:r>
            <a:r>
              <a:rPr lang="en-US" sz="3400" dirty="0" err="1"/>
              <a:t>mumkin</a:t>
            </a:r>
            <a:r>
              <a:rPr lang="en-US" sz="3400" dirty="0"/>
              <a:t>.</a:t>
            </a:r>
            <a:endParaRPr lang="ru-RU" sz="3400" dirty="0"/>
          </a:p>
        </p:txBody>
      </p:sp>
    </p:spTree>
    <p:extLst>
      <p:ext uri="{BB962C8B-B14F-4D97-AF65-F5344CB8AC3E}">
        <p14:creationId xmlns:p14="http://schemas.microsoft.com/office/powerpoint/2010/main" val="2820241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766630" y="188550"/>
            <a:ext cx="8745640" cy="1944270"/>
          </a:xfrm>
        </p:spPr>
        <p:txBody>
          <a:bodyPr/>
          <a:lstStyle/>
          <a:p>
            <a:pPr marL="0" indent="0">
              <a:buNone/>
            </a:pPr>
            <a:r>
              <a:rPr lang="en-US" sz="2400" dirty="0" err="1"/>
              <a:t>Dasturni</a:t>
            </a:r>
            <a:r>
              <a:rPr lang="en-US" sz="2400" dirty="0"/>
              <a:t> </a:t>
            </a:r>
            <a:r>
              <a:rPr lang="en-US" sz="2400" dirty="0" err="1"/>
              <a:t>muayyan</a:t>
            </a:r>
            <a:r>
              <a:rPr lang="en-US" sz="2400" dirty="0"/>
              <a:t> </a:t>
            </a:r>
            <a:r>
              <a:rPr lang="en-US" sz="2400" dirty="0" err="1"/>
              <a:t>tartibda</a:t>
            </a:r>
            <a:r>
              <a:rPr lang="en-US" sz="2400" dirty="0"/>
              <a:t> </a:t>
            </a:r>
            <a:r>
              <a:rPr lang="en-US" sz="2400" dirty="0" err="1"/>
              <a:t>bajarish</a:t>
            </a:r>
            <a:r>
              <a:rPr lang="en-US" sz="2400" dirty="0"/>
              <a:t> </a:t>
            </a:r>
            <a:r>
              <a:rPr lang="en-US" sz="2400" dirty="0" err="1"/>
              <a:t>yoki</a:t>
            </a:r>
            <a:r>
              <a:rPr lang="en-US" sz="2400" dirty="0"/>
              <a:t> </a:t>
            </a:r>
            <a:r>
              <a:rPr lang="en-US" sz="2400" dirty="0" err="1"/>
              <a:t>ma’lum</a:t>
            </a:r>
            <a:r>
              <a:rPr lang="en-US" sz="2400" dirty="0"/>
              <a:t> </a:t>
            </a:r>
            <a:r>
              <a:rPr lang="en-US" sz="2400" dirty="0" err="1"/>
              <a:t>shartlar</a:t>
            </a:r>
            <a:r>
              <a:rPr lang="en-US" sz="2400" dirty="0"/>
              <a:t> </a:t>
            </a:r>
            <a:r>
              <a:rPr lang="en-US" sz="2400" dirty="0" err="1"/>
              <a:t>asosida</a:t>
            </a:r>
            <a:r>
              <a:rPr lang="en-US" sz="2400" dirty="0"/>
              <a:t> </a:t>
            </a:r>
            <a:r>
              <a:rPr lang="en-US" sz="2400" dirty="0" err="1"/>
              <a:t>uning</a:t>
            </a:r>
            <a:r>
              <a:rPr lang="en-US" sz="2400" dirty="0"/>
              <a:t> </a:t>
            </a:r>
            <a:r>
              <a:rPr lang="en-US" sz="2400" dirty="0" err="1"/>
              <a:t>alohida</a:t>
            </a:r>
            <a:r>
              <a:rPr lang="en-US" sz="2400" dirty="0"/>
              <a:t> </a:t>
            </a:r>
            <a:r>
              <a:rPr lang="en-US" sz="2400" dirty="0" err="1"/>
              <a:t>qismlarini</a:t>
            </a:r>
            <a:r>
              <a:rPr lang="en-US" sz="2400" dirty="0"/>
              <a:t> </a:t>
            </a:r>
            <a:r>
              <a:rPr lang="en-US" sz="2400" dirty="0" err="1"/>
              <a:t>takrorlash</a:t>
            </a:r>
            <a:r>
              <a:rPr lang="en-US" sz="2400" dirty="0"/>
              <a:t> </a:t>
            </a:r>
            <a:r>
              <a:rPr lang="en-US" sz="2400" dirty="0" err="1"/>
              <a:t>Funktions</a:t>
            </a:r>
            <a:r>
              <a:rPr lang="en-US" sz="2400" dirty="0"/>
              <a:t> </a:t>
            </a:r>
            <a:r>
              <a:rPr lang="en-US" sz="2400" dirty="0" err="1"/>
              <a:t>palitrasining</a:t>
            </a:r>
            <a:r>
              <a:rPr lang="en-US" sz="2400" dirty="0"/>
              <a:t> Programming – Structures </a:t>
            </a:r>
            <a:r>
              <a:rPr lang="en-US" sz="2400" dirty="0" err="1"/>
              <a:t>bo'limidagi</a:t>
            </a:r>
            <a:r>
              <a:rPr lang="en-US" sz="2400" dirty="0"/>
              <a:t> </a:t>
            </a:r>
            <a:r>
              <a:rPr lang="en-US" sz="2400" dirty="0" err="1"/>
              <a:t>funktsiyalari</a:t>
            </a:r>
            <a:r>
              <a:rPr lang="en-US" sz="2400" dirty="0"/>
              <a:t> </a:t>
            </a:r>
            <a:r>
              <a:rPr lang="en-US" sz="2400" dirty="0" err="1"/>
              <a:t>yordamida</a:t>
            </a:r>
            <a:r>
              <a:rPr lang="en-US" sz="2400" dirty="0"/>
              <a:t> </a:t>
            </a:r>
            <a:r>
              <a:rPr lang="en-US" sz="2400" dirty="0" err="1"/>
              <a:t>amalga</a:t>
            </a:r>
            <a:r>
              <a:rPr lang="en-US" sz="2400" dirty="0"/>
              <a:t> </a:t>
            </a:r>
            <a:r>
              <a:rPr lang="en-US" sz="2400" dirty="0" err="1"/>
              <a:t>oshiriladi</a:t>
            </a:r>
            <a:endParaRPr lang="ru-RU" sz="2400" dirty="0"/>
          </a:p>
        </p:txBody>
      </p:sp>
      <p:pic>
        <p:nvPicPr>
          <p:cNvPr id="5" name="Picture 2303"/>
          <p:cNvPicPr/>
          <p:nvPr/>
        </p:nvPicPr>
        <p:blipFill>
          <a:blip r:embed="rId2"/>
          <a:stretch>
            <a:fillRect/>
          </a:stretch>
        </p:blipFill>
        <p:spPr>
          <a:xfrm>
            <a:off x="4583790" y="2204830"/>
            <a:ext cx="5937250" cy="4476750"/>
          </a:xfrm>
          <a:prstGeom prst="rect">
            <a:avLst/>
          </a:prstGeom>
        </p:spPr>
      </p:pic>
    </p:spTree>
    <p:extLst>
      <p:ext uri="{BB962C8B-B14F-4D97-AF65-F5344CB8AC3E}">
        <p14:creationId xmlns:p14="http://schemas.microsoft.com/office/powerpoint/2010/main" val="3073911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871663" y="165101"/>
            <a:ext cx="8534400" cy="536575"/>
          </a:xfrm>
        </p:spPr>
        <p:txBody>
          <a:bodyPr>
            <a:normAutofit fontScale="90000"/>
          </a:bodyPr>
          <a:lstStyle/>
          <a:p>
            <a:pPr algn="ctr" eaLnBrk="1" hangingPunct="1"/>
            <a:r>
              <a:rPr lang="en-US" altLang="ru-RU" sz="4000" b="1" dirty="0" err="1">
                <a:latin typeface="Comic Sans MS" panose="030F0702030302020204" pitchFamily="66" charset="0"/>
              </a:rPr>
              <a:t>Tsikllar</a:t>
            </a:r>
            <a:endParaRPr lang="en-US" altLang="ru-RU" sz="4000" b="1" u="sng" dirty="0">
              <a:latin typeface="Comic Sans MS" panose="030F0702030302020204" pitchFamily="66" charset="0"/>
            </a:endParaRPr>
          </a:p>
        </p:txBody>
      </p:sp>
      <p:sp>
        <p:nvSpPr>
          <p:cNvPr id="29699" name="Rectangle 3"/>
          <p:cNvSpPr>
            <a:spLocks noGrp="1" noChangeArrowheads="1"/>
          </p:cNvSpPr>
          <p:nvPr>
            <p:ph type="body" sz="half" idx="1"/>
          </p:nvPr>
        </p:nvSpPr>
        <p:spPr>
          <a:xfrm>
            <a:off x="910082" y="3667411"/>
            <a:ext cx="6414262" cy="2488292"/>
          </a:xfrm>
        </p:spPr>
        <p:txBody>
          <a:bodyPr>
            <a:normAutofit/>
          </a:bodyPr>
          <a:lstStyle/>
          <a:p>
            <a:pPr eaLnBrk="1" hangingPunct="1">
              <a:lnSpc>
                <a:spcPct val="80000"/>
              </a:lnSpc>
            </a:pPr>
            <a:r>
              <a:rPr lang="en-US" altLang="ru-RU" b="1" dirty="0" err="1">
                <a:latin typeface="Comic Sans MS" panose="030F0702030302020204" pitchFamily="66" charset="0"/>
              </a:rPr>
              <a:t>Shart</a:t>
            </a:r>
            <a:r>
              <a:rPr lang="en-US" altLang="ru-RU" b="1" dirty="0">
                <a:latin typeface="Comic Sans MS" panose="030F0702030302020204" pitchFamily="66" charset="0"/>
              </a:rPr>
              <a:t> </a:t>
            </a:r>
            <a:r>
              <a:rPr lang="en-US" altLang="ru-RU" b="1" dirty="0" err="1">
                <a:latin typeface="Comic Sans MS" panose="030F0702030302020204" pitchFamily="66" charset="0"/>
              </a:rPr>
              <a:t>bo’yicha</a:t>
            </a:r>
            <a:endParaRPr lang="en-US" altLang="ru-RU" sz="2400" b="1" dirty="0">
              <a:latin typeface="Comic Sans MS" panose="030F0702030302020204" pitchFamily="66" charset="0"/>
            </a:endParaRPr>
          </a:p>
          <a:p>
            <a:pPr eaLnBrk="1" hangingPunct="1">
              <a:lnSpc>
                <a:spcPct val="80000"/>
              </a:lnSpc>
              <a:buFontTx/>
              <a:buChar char="-"/>
            </a:pPr>
            <a:r>
              <a:rPr lang="en-US" altLang="ru-RU" sz="2800" b="1" dirty="0" err="1">
                <a:latin typeface="Comic Sans MS" panose="030F0702030302020204" pitchFamily="66" charset="0"/>
              </a:rPr>
              <a:t>i</a:t>
            </a:r>
            <a:r>
              <a:rPr lang="en-US" altLang="ru-RU" sz="2800" dirty="0">
                <a:latin typeface="Comic Sans MS" panose="030F0702030302020204" pitchFamily="66" charset="0"/>
              </a:rPr>
              <a:t> </a:t>
            </a:r>
            <a:r>
              <a:rPr lang="en-US" altLang="ru-RU" sz="2800" dirty="0" err="1">
                <a:latin typeface="Comic Sans MS" panose="030F0702030302020204" pitchFamily="66" charset="0"/>
              </a:rPr>
              <a:t>joriy</a:t>
            </a:r>
            <a:r>
              <a:rPr lang="en-US" altLang="ru-RU" sz="2800" dirty="0">
                <a:latin typeface="Comic Sans MS" panose="030F0702030302020204" pitchFamily="66" charset="0"/>
              </a:rPr>
              <a:t> </a:t>
            </a:r>
            <a:r>
              <a:rPr lang="en-US" altLang="ru-RU" sz="2800" dirty="0" err="1">
                <a:latin typeface="Comic Sans MS" panose="030F0702030302020204" pitchFamily="66" charset="0"/>
              </a:rPr>
              <a:t>iteratsiya</a:t>
            </a:r>
            <a:r>
              <a:rPr lang="en-US" altLang="ru-RU" sz="2800" dirty="0">
                <a:latin typeface="Comic Sans MS" panose="030F0702030302020204" pitchFamily="66" charset="0"/>
              </a:rPr>
              <a:t> </a:t>
            </a:r>
            <a:r>
              <a:rPr lang="en-US" altLang="ru-RU" sz="2800" dirty="0" err="1">
                <a:latin typeface="Comic Sans MS" panose="030F0702030302020204" pitchFamily="66" charset="0"/>
              </a:rPr>
              <a:t>indikatori</a:t>
            </a:r>
            <a:endParaRPr lang="en-US" altLang="ru-RU" sz="2800" dirty="0">
              <a:latin typeface="Comic Sans MS" panose="030F0702030302020204" pitchFamily="66" charset="0"/>
            </a:endParaRPr>
          </a:p>
          <a:p>
            <a:pPr marL="263525" lvl="1" indent="-263525" eaLnBrk="1" hangingPunct="1">
              <a:lnSpc>
                <a:spcPct val="100000"/>
              </a:lnSpc>
              <a:buNone/>
            </a:pPr>
            <a:r>
              <a:rPr lang="en-US" altLang="ru-RU" sz="2800" dirty="0">
                <a:latin typeface="Comic Sans MS" panose="030F0702030302020204" pitchFamily="66" charset="0"/>
              </a:rPr>
              <a:t> -</a:t>
            </a:r>
            <a:r>
              <a:rPr lang="en-US" altLang="ru-RU" sz="2800" dirty="0" err="1">
                <a:latin typeface="Comic Sans MS" panose="030F0702030302020204" pitchFamily="66" charset="0"/>
              </a:rPr>
              <a:t>Terminalga</a:t>
            </a:r>
            <a:r>
              <a:rPr lang="en-US" altLang="ru-RU" sz="2800" dirty="0">
                <a:latin typeface="Comic Sans MS" panose="030F0702030302020204" pitchFamily="66" charset="0"/>
              </a:rPr>
              <a:t> </a:t>
            </a:r>
            <a:r>
              <a:rPr lang="en-US" altLang="ru-RU" sz="2800" dirty="0" err="1">
                <a:latin typeface="Comic Sans MS" panose="030F0702030302020204" pitchFamily="66" charset="0"/>
              </a:rPr>
              <a:t>chiqish</a:t>
            </a:r>
            <a:r>
              <a:rPr lang="en-US" altLang="ru-RU" sz="2800" dirty="0">
                <a:latin typeface="Comic Sans MS" panose="030F0702030302020204" pitchFamily="66" charset="0"/>
              </a:rPr>
              <a:t> </a:t>
            </a:r>
            <a:r>
              <a:rPr lang="en-US" altLang="ru-RU" sz="2800" dirty="0" err="1">
                <a:latin typeface="Comic Sans MS" panose="030F0702030302020204" pitchFamily="66" charset="0"/>
              </a:rPr>
              <a:t>sharti</a:t>
            </a:r>
            <a:r>
              <a:rPr lang="en-US" altLang="ru-RU" sz="2800" dirty="0">
                <a:latin typeface="Comic Sans MS" panose="030F0702030302020204" pitchFamily="66" charset="0"/>
              </a:rPr>
              <a:t>  </a:t>
            </a:r>
            <a:r>
              <a:rPr lang="en-US" altLang="ru-RU" sz="2800" dirty="0" err="1">
                <a:latin typeface="Comic Sans MS" panose="030F0702030302020204" pitchFamily="66" charset="0"/>
              </a:rPr>
              <a:t>berilguncha</a:t>
            </a:r>
            <a:r>
              <a:rPr lang="en-US" altLang="ru-RU" sz="2800" dirty="0">
                <a:latin typeface="Comic Sans MS" panose="030F0702030302020204" pitchFamily="66" charset="0"/>
              </a:rPr>
              <a:t> </a:t>
            </a:r>
            <a:r>
              <a:rPr lang="en-US" altLang="ru-RU" sz="2800" dirty="0" err="1">
                <a:latin typeface="Comic Sans MS" panose="030F0702030302020204" pitchFamily="66" charset="0"/>
              </a:rPr>
              <a:t>bajariladi</a:t>
            </a:r>
            <a:r>
              <a:rPr lang="ru-RU" altLang="ru-RU" sz="2800" dirty="0">
                <a:latin typeface="Comic Sans MS" panose="030F0702030302020204" pitchFamily="66" charset="0"/>
              </a:rPr>
              <a:t> </a:t>
            </a:r>
            <a:endParaRPr lang="en-US" altLang="ru-RU" sz="2800" dirty="0">
              <a:latin typeface="Comic Sans MS" panose="030F0702030302020204" pitchFamily="66" charset="0"/>
            </a:endParaRPr>
          </a:p>
        </p:txBody>
      </p:sp>
      <p:pic>
        <p:nvPicPr>
          <p:cNvPr id="2970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59411" y="3885839"/>
            <a:ext cx="4972210" cy="2488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8374" name="Text Box 6"/>
          <p:cNvSpPr txBox="1">
            <a:spLocks noChangeArrowheads="1"/>
          </p:cNvSpPr>
          <p:nvPr/>
        </p:nvSpPr>
        <p:spPr bwMode="auto">
          <a:xfrm>
            <a:off x="8577072" y="3375025"/>
            <a:ext cx="2408427" cy="584775"/>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spcBef>
                <a:spcPct val="50000"/>
              </a:spcBef>
              <a:defRPr/>
            </a:pPr>
            <a:r>
              <a:rPr lang="en-US" altLang="ru-RU" sz="3200" dirty="0">
                <a:effectLst>
                  <a:outerShdw blurRad="38100" dist="38100" dir="2700000" algn="tl">
                    <a:srgbClr val="C0C0C0"/>
                  </a:outerShdw>
                </a:effectLst>
              </a:rPr>
              <a:t>While Loop</a:t>
            </a:r>
          </a:p>
        </p:txBody>
      </p:sp>
      <p:sp>
        <p:nvSpPr>
          <p:cNvPr id="58375" name="Text Box 7"/>
          <p:cNvSpPr txBox="1">
            <a:spLocks noChangeArrowheads="1"/>
          </p:cNvSpPr>
          <p:nvPr/>
        </p:nvSpPr>
        <p:spPr bwMode="auto">
          <a:xfrm>
            <a:off x="8193024" y="274320"/>
            <a:ext cx="2213039" cy="584775"/>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spcBef>
                <a:spcPct val="50000"/>
              </a:spcBef>
              <a:defRPr/>
            </a:pPr>
            <a:r>
              <a:rPr lang="en-US" altLang="ru-RU" sz="3200" dirty="0">
                <a:effectLst>
                  <a:outerShdw blurRad="38100" dist="38100" dir="2700000" algn="tl">
                    <a:srgbClr val="C0C0C0"/>
                  </a:outerShdw>
                </a:effectLst>
              </a:rPr>
              <a:t>For Loop</a:t>
            </a:r>
          </a:p>
        </p:txBody>
      </p:sp>
      <p:pic>
        <p:nvPicPr>
          <p:cNvPr id="29704"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7872" y="810895"/>
            <a:ext cx="5241375" cy="2619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705"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3511" y="4124256"/>
            <a:ext cx="276225" cy="290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 name="Группа 1">
            <a:extLst>
              <a:ext uri="{FF2B5EF4-FFF2-40B4-BE49-F238E27FC236}">
                <a16:creationId xmlns:a16="http://schemas.microsoft.com/office/drawing/2014/main" id="{F93ADE09-1A7D-19C7-E1B5-3F4116289038}"/>
              </a:ext>
            </a:extLst>
          </p:cNvPr>
          <p:cNvGrpSpPr/>
          <p:nvPr/>
        </p:nvGrpSpPr>
        <p:grpSpPr>
          <a:xfrm>
            <a:off x="509049" y="932089"/>
            <a:ext cx="6414262" cy="2346376"/>
            <a:chOff x="220108" y="3220784"/>
            <a:chExt cx="6414262" cy="2346376"/>
          </a:xfrm>
        </p:grpSpPr>
        <p:sp>
          <p:nvSpPr>
            <p:cNvPr id="29700" name="Rectangle 4"/>
            <p:cNvSpPr>
              <a:spLocks noChangeArrowheads="1"/>
            </p:cNvSpPr>
            <p:nvPr/>
          </p:nvSpPr>
          <p:spPr bwMode="auto">
            <a:xfrm>
              <a:off x="220108" y="3220784"/>
              <a:ext cx="6414262" cy="2346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r>
                <a:rPr lang="en-US" altLang="ru-RU" sz="2800" b="1" dirty="0" err="1">
                  <a:latin typeface="Comic Sans MS" panose="030F0702030302020204" pitchFamily="66" charset="0"/>
                </a:rPr>
                <a:t>Takororlanish</a:t>
              </a:r>
              <a:r>
                <a:rPr lang="en-US" altLang="ru-RU" sz="2800" b="1" dirty="0">
                  <a:latin typeface="Comic Sans MS" panose="030F0702030302020204" pitchFamily="66" charset="0"/>
                </a:rPr>
                <a:t> </a:t>
              </a:r>
              <a:r>
                <a:rPr lang="en-US" altLang="ru-RU" sz="2800" b="1" dirty="0" err="1">
                  <a:latin typeface="Comic Sans MS" panose="030F0702030302020204" pitchFamily="66" charset="0"/>
                </a:rPr>
                <a:t>soni</a:t>
              </a:r>
              <a:r>
                <a:rPr lang="en-US" altLang="ru-RU" sz="2800" b="1" dirty="0">
                  <a:latin typeface="Comic Sans MS" panose="030F0702030302020204" pitchFamily="66" charset="0"/>
                </a:rPr>
                <a:t> </a:t>
              </a:r>
              <a:r>
                <a:rPr lang="en-US" altLang="ru-RU" sz="2800" b="1" dirty="0" err="1">
                  <a:latin typeface="Comic Sans MS" panose="030F0702030302020204" pitchFamily="66" charset="0"/>
                </a:rPr>
                <a:t>bo’yicha</a:t>
              </a:r>
              <a:endParaRPr lang="en-US" altLang="ru-RU" sz="2800" b="1" dirty="0">
                <a:latin typeface="Comic Sans MS" panose="030F0702030302020204" pitchFamily="66" charset="0"/>
              </a:endParaRPr>
            </a:p>
            <a:p>
              <a:pPr lvl="1" eaLnBrk="1" hangingPunct="1"/>
              <a:r>
                <a:rPr lang="en-US" altLang="ru-RU" b="1" dirty="0" err="1">
                  <a:latin typeface="Comic Sans MS" panose="030F0702030302020204" pitchFamily="66" charset="0"/>
                </a:rPr>
                <a:t>i</a:t>
              </a:r>
              <a:r>
                <a:rPr lang="en-US" altLang="ru-RU" dirty="0">
                  <a:latin typeface="Comic Sans MS" panose="030F0702030302020204" pitchFamily="66" charset="0"/>
                </a:rPr>
                <a:t> </a:t>
              </a:r>
              <a:r>
                <a:rPr lang="en-US" altLang="ru-RU" dirty="0" err="1">
                  <a:latin typeface="Comic Sans MS" panose="030F0702030302020204" pitchFamily="66" charset="0"/>
                </a:rPr>
                <a:t>joriy</a:t>
              </a:r>
              <a:r>
                <a:rPr lang="en-US" altLang="ru-RU" dirty="0">
                  <a:latin typeface="Comic Sans MS" panose="030F0702030302020204" pitchFamily="66" charset="0"/>
                </a:rPr>
                <a:t> </a:t>
              </a:r>
              <a:r>
                <a:rPr lang="en-US" altLang="ru-RU" dirty="0" err="1">
                  <a:latin typeface="Comic Sans MS" panose="030F0702030302020204" pitchFamily="66" charset="0"/>
                </a:rPr>
                <a:t>iteratsiya</a:t>
              </a:r>
              <a:r>
                <a:rPr lang="en-US" altLang="ru-RU" dirty="0">
                  <a:latin typeface="Comic Sans MS" panose="030F0702030302020204" pitchFamily="66" charset="0"/>
                </a:rPr>
                <a:t> </a:t>
              </a:r>
              <a:r>
                <a:rPr lang="en-US" altLang="ru-RU" dirty="0" err="1">
                  <a:latin typeface="Comic Sans MS" panose="030F0702030302020204" pitchFamily="66" charset="0"/>
                </a:rPr>
                <a:t>indikatori</a:t>
              </a:r>
              <a:endParaRPr lang="en-US" altLang="ru-RU" dirty="0">
                <a:latin typeface="Comic Sans MS" panose="030F0702030302020204" pitchFamily="66" charset="0"/>
              </a:endParaRPr>
            </a:p>
            <a:p>
              <a:pPr lvl="1" eaLnBrk="1" hangingPunct="1"/>
              <a:r>
                <a:rPr lang="en-US" altLang="ru-RU" dirty="0">
                  <a:latin typeface="Comic Sans MS" panose="030F0702030302020204" pitchFamily="66" charset="0"/>
                </a:rPr>
                <a:t>N </a:t>
              </a:r>
              <a:r>
                <a:rPr lang="en-US" altLang="ru-RU" dirty="0" err="1">
                  <a:latin typeface="Comic Sans MS" panose="030F0702030302020204" pitchFamily="66" charset="0"/>
                </a:rPr>
                <a:t>terminalda</a:t>
              </a:r>
              <a:r>
                <a:rPr lang="en-US" altLang="ru-RU" dirty="0">
                  <a:latin typeface="Comic Sans MS" panose="030F0702030302020204" pitchFamily="66" charset="0"/>
                </a:rPr>
                <a:t> </a:t>
              </a:r>
              <a:r>
                <a:rPr lang="en-US" altLang="ru-RU" dirty="0" err="1">
                  <a:latin typeface="Comic Sans MS" panose="030F0702030302020204" pitchFamily="66" charset="0"/>
                </a:rPr>
                <a:t>berilgan</a:t>
              </a:r>
              <a:r>
                <a:rPr lang="en-US" altLang="ru-RU" dirty="0">
                  <a:latin typeface="Comic Sans MS" panose="030F0702030302020204" pitchFamily="66" charset="0"/>
                </a:rPr>
                <a:t> </a:t>
              </a:r>
              <a:r>
                <a:rPr lang="en-US" altLang="ru-RU" dirty="0" err="1">
                  <a:latin typeface="Comic Sans MS" panose="030F0702030302020204" pitchFamily="66" charset="0"/>
                </a:rPr>
                <a:t>schyotchik</a:t>
              </a:r>
              <a:r>
                <a:rPr lang="en-US" altLang="ru-RU" dirty="0">
                  <a:latin typeface="Comic Sans MS" panose="030F0702030302020204" pitchFamily="66" charset="0"/>
                </a:rPr>
                <a:t> </a:t>
              </a:r>
              <a:r>
                <a:rPr lang="en-US" altLang="ru-RU" dirty="0" err="1">
                  <a:latin typeface="Comic Sans MS" panose="030F0702030302020204" pitchFamily="66" charset="0"/>
                </a:rPr>
                <a:t>qiymatiga</a:t>
              </a:r>
              <a:r>
                <a:rPr lang="en-US" altLang="ru-RU" dirty="0">
                  <a:latin typeface="Comic Sans MS" panose="030F0702030302020204" pitchFamily="66" charset="0"/>
                </a:rPr>
                <a:t> </a:t>
              </a:r>
              <a:r>
                <a:rPr lang="en-US" altLang="ru-RU" dirty="0" err="1">
                  <a:latin typeface="Comic Sans MS" panose="030F0702030302020204" pitchFamily="66" charset="0"/>
                </a:rPr>
                <a:t>ko’ra</a:t>
              </a:r>
              <a:r>
                <a:rPr lang="en-US" altLang="ru-RU" dirty="0">
                  <a:latin typeface="Comic Sans MS" panose="030F0702030302020204" pitchFamily="66" charset="0"/>
                </a:rPr>
                <a:t> </a:t>
              </a:r>
              <a:r>
                <a:rPr lang="en-US" altLang="ru-RU" dirty="0" err="1">
                  <a:latin typeface="Comic Sans MS" panose="030F0702030302020204" pitchFamily="66" charset="0"/>
                </a:rPr>
                <a:t>bajariladi</a:t>
              </a:r>
              <a:endParaRPr lang="en-US" altLang="ru-RU" dirty="0">
                <a:latin typeface="Comic Sans MS" panose="030F0702030302020204" pitchFamily="66" charset="0"/>
              </a:endParaRPr>
            </a:p>
          </p:txBody>
        </p:sp>
        <p:pic>
          <p:nvPicPr>
            <p:cNvPr id="29706"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146" y="3841419"/>
              <a:ext cx="276225" cy="290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707"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1083" y="4418924"/>
              <a:ext cx="268288" cy="268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29708"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5086" y="4668776"/>
            <a:ext cx="269875" cy="269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195937"/>
          <p:cNvGrpSpPr/>
          <p:nvPr/>
        </p:nvGrpSpPr>
        <p:grpSpPr>
          <a:xfrm>
            <a:off x="6608190" y="690931"/>
            <a:ext cx="5436120" cy="4363773"/>
            <a:chOff x="-4063" y="-4074"/>
            <a:chExt cx="3757167" cy="2779776"/>
          </a:xfrm>
        </p:grpSpPr>
        <p:pic>
          <p:nvPicPr>
            <p:cNvPr id="10" name="Picture 221562"/>
            <p:cNvPicPr/>
            <p:nvPr/>
          </p:nvPicPr>
          <p:blipFill>
            <a:blip r:embed="rId2"/>
            <a:stretch>
              <a:fillRect/>
            </a:stretch>
          </p:blipFill>
          <p:spPr>
            <a:xfrm>
              <a:off x="-4063" y="-4074"/>
              <a:ext cx="822960" cy="2779776"/>
            </a:xfrm>
            <a:prstGeom prst="rect">
              <a:avLst/>
            </a:prstGeom>
          </p:spPr>
        </p:pic>
        <p:pic>
          <p:nvPicPr>
            <p:cNvPr id="11" name="Picture 221563"/>
            <p:cNvPicPr/>
            <p:nvPr/>
          </p:nvPicPr>
          <p:blipFill>
            <a:blip r:embed="rId3"/>
            <a:stretch>
              <a:fillRect/>
            </a:stretch>
          </p:blipFill>
          <p:spPr>
            <a:xfrm>
              <a:off x="815848" y="-4074"/>
              <a:ext cx="2734056" cy="2779776"/>
            </a:xfrm>
            <a:prstGeom prst="rect">
              <a:avLst/>
            </a:prstGeom>
          </p:spPr>
        </p:pic>
        <p:pic>
          <p:nvPicPr>
            <p:cNvPr id="12" name="Picture 221564"/>
            <p:cNvPicPr/>
            <p:nvPr/>
          </p:nvPicPr>
          <p:blipFill>
            <a:blip r:embed="rId4"/>
            <a:stretch>
              <a:fillRect/>
            </a:stretch>
          </p:blipFill>
          <p:spPr>
            <a:xfrm>
              <a:off x="3548888" y="-4074"/>
              <a:ext cx="204216" cy="2779776"/>
            </a:xfrm>
            <a:prstGeom prst="rect">
              <a:avLst/>
            </a:prstGeom>
          </p:spPr>
        </p:pic>
      </p:grpSp>
      <p:sp>
        <p:nvSpPr>
          <p:cNvPr id="6" name="Заголовок 5"/>
          <p:cNvSpPr>
            <a:spLocks noGrp="1"/>
          </p:cNvSpPr>
          <p:nvPr>
            <p:ph type="title"/>
          </p:nvPr>
        </p:nvSpPr>
        <p:spPr>
          <a:xfrm>
            <a:off x="1476617" y="0"/>
            <a:ext cx="8920593" cy="926970"/>
          </a:xfrm>
        </p:spPr>
        <p:txBody>
          <a:bodyPr>
            <a:normAutofit/>
          </a:bodyPr>
          <a:lstStyle/>
          <a:p>
            <a:pPr algn="ctr"/>
            <a:r>
              <a:rPr lang="ru-RU" sz="4000" b="1" dirty="0">
                <a:latin typeface="Comic Sans MS" panose="030F0702030302020204" pitchFamily="66" charset="0"/>
              </a:rPr>
              <a:t>For </a:t>
            </a:r>
            <a:r>
              <a:rPr lang="ru-RU" sz="4000" b="1" dirty="0" err="1">
                <a:latin typeface="Comic Sans MS" panose="030F0702030302020204" pitchFamily="66" charset="0"/>
              </a:rPr>
              <a:t>Loop</a:t>
            </a:r>
            <a:r>
              <a:rPr lang="en-US" sz="4000" b="1" dirty="0">
                <a:latin typeface="Comic Sans MS" panose="030F0702030302020204" pitchFamily="66" charset="0"/>
              </a:rPr>
              <a:t> </a:t>
            </a:r>
            <a:r>
              <a:rPr lang="en-US" sz="4000" b="1" dirty="0" err="1">
                <a:latin typeface="Comic Sans MS" panose="030F0702030302020204" pitchFamily="66" charset="0"/>
              </a:rPr>
              <a:t>tsikli</a:t>
            </a:r>
            <a:r>
              <a:rPr lang="en-US" sz="4000" b="1" dirty="0">
                <a:latin typeface="Comic Sans MS" panose="030F0702030302020204" pitchFamily="66" charset="0"/>
              </a:rPr>
              <a:t>. </a:t>
            </a:r>
            <a:endParaRPr lang="ru-RU" sz="4000" b="1" i="1" dirty="0">
              <a:latin typeface="Comic Sans MS" panose="030F0702030302020204" pitchFamily="66" charset="0"/>
            </a:endParaRPr>
          </a:p>
        </p:txBody>
      </p:sp>
      <p:sp>
        <p:nvSpPr>
          <p:cNvPr id="7" name="Объект 6"/>
          <p:cNvSpPr>
            <a:spLocks noGrp="1"/>
          </p:cNvSpPr>
          <p:nvPr>
            <p:ph sz="half" idx="1"/>
          </p:nvPr>
        </p:nvSpPr>
        <p:spPr>
          <a:xfrm>
            <a:off x="441693" y="836640"/>
            <a:ext cx="6543569" cy="4968690"/>
          </a:xfrm>
        </p:spPr>
        <p:txBody>
          <a:bodyPr>
            <a:noAutofit/>
          </a:bodyPr>
          <a:lstStyle/>
          <a:p>
            <a:pPr lvl="0"/>
            <a:r>
              <a:rPr lang="en-US" b="1" i="1" dirty="0" err="1">
                <a:latin typeface="Comic Sans MS" panose="030F0702030302020204" pitchFamily="66" charset="0"/>
              </a:rPr>
              <a:t>Tsikl</a:t>
            </a:r>
            <a:r>
              <a:rPr lang="en-US" b="1" i="1" dirty="0">
                <a:latin typeface="Comic Sans MS" panose="030F0702030302020204" pitchFamily="66" charset="0"/>
              </a:rPr>
              <a:t> </a:t>
            </a:r>
            <a:r>
              <a:rPr lang="en-US" b="1" i="1" dirty="0" err="1">
                <a:latin typeface="Comic Sans MS" panose="030F0702030302020204" pitchFamily="66" charset="0"/>
              </a:rPr>
              <a:t>tanasi</a:t>
            </a:r>
            <a:r>
              <a:rPr lang="ru-RU" b="1" i="1" dirty="0">
                <a:latin typeface="Comic Sans MS" panose="030F0702030302020204" pitchFamily="66" charset="0"/>
              </a:rPr>
              <a:t> (1),</a:t>
            </a:r>
            <a:r>
              <a:rPr lang="ru-RU" dirty="0">
                <a:latin typeface="Comic Sans MS" panose="030F0702030302020204" pitchFamily="66" charset="0"/>
              </a:rPr>
              <a:t> </a:t>
            </a:r>
            <a:r>
              <a:rPr lang="en-US" dirty="0" err="1">
                <a:latin typeface="Comic Sans MS" panose="030F0702030302020204" pitchFamily="66" charset="0"/>
              </a:rPr>
              <a:t>takorlanishi</a:t>
            </a:r>
            <a:r>
              <a:rPr lang="en-US" dirty="0">
                <a:latin typeface="Comic Sans MS" panose="030F0702030302020204" pitchFamily="66" charset="0"/>
              </a:rPr>
              <a:t> </a:t>
            </a:r>
            <a:r>
              <a:rPr lang="en-US" dirty="0" err="1">
                <a:latin typeface="Comic Sans MS" panose="030F0702030302020204" pitchFamily="66" charset="0"/>
              </a:rPr>
              <a:t>kerak</a:t>
            </a:r>
            <a:r>
              <a:rPr lang="en-US" dirty="0">
                <a:latin typeface="Comic Sans MS" panose="030F0702030302020204" pitchFamily="66" charset="0"/>
              </a:rPr>
              <a:t> </a:t>
            </a:r>
            <a:r>
              <a:rPr lang="en-US" dirty="0" err="1">
                <a:latin typeface="Comic Sans MS" panose="030F0702030302020204" pitchFamily="66" charset="0"/>
              </a:rPr>
              <a:t>bo’lgan</a:t>
            </a:r>
            <a:r>
              <a:rPr lang="en-US" dirty="0">
                <a:latin typeface="Comic Sans MS" panose="030F0702030302020204" pitchFamily="66" charset="0"/>
              </a:rPr>
              <a:t> </a:t>
            </a:r>
            <a:r>
              <a:rPr lang="en-US" dirty="0" err="1">
                <a:latin typeface="Comic Sans MS" panose="030F0702030302020204" pitchFamily="66" charset="0"/>
              </a:rPr>
              <a:t>ko’rsatmalar</a:t>
            </a:r>
            <a:r>
              <a:rPr lang="en-US" dirty="0">
                <a:latin typeface="Comic Sans MS" panose="030F0702030302020204" pitchFamily="66" charset="0"/>
              </a:rPr>
              <a:t> </a:t>
            </a:r>
            <a:r>
              <a:rPr lang="en-US" dirty="0" err="1">
                <a:latin typeface="Comic Sans MS" panose="030F0702030302020204" pitchFamily="66" charset="0"/>
              </a:rPr>
              <a:t>o’rni</a:t>
            </a:r>
            <a:r>
              <a:rPr lang="ru-RU" dirty="0">
                <a:latin typeface="Comic Sans MS" panose="030F0702030302020204" pitchFamily="66" charset="0"/>
              </a:rPr>
              <a:t>; </a:t>
            </a:r>
          </a:p>
          <a:p>
            <a:pPr lvl="0"/>
            <a:r>
              <a:rPr lang="en-US" b="1" i="1" dirty="0">
                <a:latin typeface="Comic Sans MS" panose="030F0702030302020204" pitchFamily="66" charset="0"/>
              </a:rPr>
              <a:t>N </a:t>
            </a:r>
            <a:r>
              <a:rPr lang="en-US" b="1" i="1" dirty="0" err="1">
                <a:latin typeface="Comic Sans MS" panose="030F0702030302020204" pitchFamily="66" charset="0"/>
              </a:rPr>
              <a:t>Iteratsiyalar</a:t>
            </a:r>
            <a:r>
              <a:rPr lang="en-US" b="1" i="1" dirty="0">
                <a:latin typeface="Comic Sans MS" panose="030F0702030302020204" pitchFamily="66" charset="0"/>
              </a:rPr>
              <a:t> </a:t>
            </a:r>
            <a:r>
              <a:rPr lang="en-US" b="1" i="1" dirty="0" err="1">
                <a:latin typeface="Comic Sans MS" panose="030F0702030302020204" pitchFamily="66" charset="0"/>
              </a:rPr>
              <a:t>soni</a:t>
            </a:r>
            <a:r>
              <a:rPr lang="en-US" b="1" i="1" dirty="0">
                <a:latin typeface="Comic Sans MS" panose="030F0702030302020204" pitchFamily="66" charset="0"/>
              </a:rPr>
              <a:t> </a:t>
            </a:r>
            <a:r>
              <a:rPr lang="en-US" b="1" i="1" dirty="0" err="1">
                <a:latin typeface="Comic Sans MS" panose="030F0702030302020204" pitchFamily="66" charset="0"/>
              </a:rPr>
              <a:t>terminaali</a:t>
            </a:r>
            <a:r>
              <a:rPr lang="ru-RU" b="1" i="1" dirty="0">
                <a:latin typeface="Comic Sans MS" panose="030F0702030302020204" pitchFamily="66" charset="0"/>
              </a:rPr>
              <a:t> (2)</a:t>
            </a:r>
            <a:r>
              <a:rPr lang="ru-RU" dirty="0">
                <a:latin typeface="Comic Sans MS" panose="030F0702030302020204" pitchFamily="66" charset="0"/>
              </a:rPr>
              <a:t> – </a:t>
            </a:r>
            <a:r>
              <a:rPr lang="en-US" dirty="0" err="1">
                <a:latin typeface="Comic Sans MS" panose="030F0702030302020204" pitchFamily="66" charset="0"/>
              </a:rPr>
              <a:t>tsiklning</a:t>
            </a:r>
            <a:r>
              <a:rPr lang="en-US" dirty="0">
                <a:latin typeface="Comic Sans MS" panose="030F0702030302020204" pitchFamily="66" charset="0"/>
              </a:rPr>
              <a:t> </a:t>
            </a:r>
            <a:r>
              <a:rPr lang="en-US" dirty="0" err="1">
                <a:latin typeface="Comic Sans MS" panose="030F0702030302020204" pitchFamily="66" charset="0"/>
              </a:rPr>
              <a:t>takrorlanish</a:t>
            </a:r>
            <a:r>
              <a:rPr lang="en-US" dirty="0">
                <a:latin typeface="Comic Sans MS" panose="030F0702030302020204" pitchFamily="66" charset="0"/>
              </a:rPr>
              <a:t> </a:t>
            </a:r>
            <a:r>
              <a:rPr lang="en-US" dirty="0" err="1">
                <a:latin typeface="Comic Sans MS" panose="030F0702030302020204" pitchFamily="66" charset="0"/>
              </a:rPr>
              <a:t>soni</a:t>
            </a:r>
            <a:r>
              <a:rPr lang="en-US" dirty="0">
                <a:latin typeface="Comic Sans MS" panose="030F0702030302020204" pitchFamily="66" charset="0"/>
              </a:rPr>
              <a:t> </a:t>
            </a:r>
            <a:r>
              <a:rPr lang="en-US" dirty="0" err="1">
                <a:latin typeface="Comic Sans MS" panose="030F0702030302020204" pitchFamily="66" charset="0"/>
              </a:rPr>
              <a:t>beriladigan</a:t>
            </a:r>
            <a:r>
              <a:rPr lang="en-US" dirty="0">
                <a:latin typeface="Comic Sans MS" panose="030F0702030302020204" pitchFamily="66" charset="0"/>
              </a:rPr>
              <a:t> terminal</a:t>
            </a:r>
            <a:r>
              <a:rPr lang="ru-RU" dirty="0">
                <a:latin typeface="Comic Sans MS" panose="030F0702030302020204" pitchFamily="66" charset="0"/>
              </a:rPr>
              <a:t>; </a:t>
            </a:r>
          </a:p>
          <a:p>
            <a:pPr lvl="0"/>
            <a:r>
              <a:rPr lang="en-US" b="1" i="1" dirty="0" err="1">
                <a:latin typeface="Comic Sans MS" panose="030F0702030302020204" pitchFamily="66" charset="0"/>
              </a:rPr>
              <a:t>i</a:t>
            </a:r>
            <a:r>
              <a:rPr lang="en-US" b="1" i="1" dirty="0">
                <a:latin typeface="Comic Sans MS" panose="030F0702030302020204" pitchFamily="66" charset="0"/>
              </a:rPr>
              <a:t> </a:t>
            </a:r>
            <a:r>
              <a:rPr lang="en-US" b="1" i="1" dirty="0" err="1">
                <a:latin typeface="Comic Sans MS" panose="030F0702030302020204" pitchFamily="66" charset="0"/>
              </a:rPr>
              <a:t>Iteratsiyalar</a:t>
            </a:r>
            <a:r>
              <a:rPr lang="en-US" b="1" i="1" dirty="0">
                <a:latin typeface="Comic Sans MS" panose="030F0702030302020204" pitchFamily="66" charset="0"/>
              </a:rPr>
              <a:t> </a:t>
            </a:r>
            <a:r>
              <a:rPr lang="en-US" b="1" i="1" dirty="0" err="1">
                <a:latin typeface="Comic Sans MS" panose="030F0702030302020204" pitchFamily="66" charset="0"/>
              </a:rPr>
              <a:t>schyotchigi</a:t>
            </a:r>
            <a:r>
              <a:rPr lang="ru-RU" b="1" i="1" dirty="0">
                <a:latin typeface="Comic Sans MS" panose="030F0702030302020204" pitchFamily="66" charset="0"/>
              </a:rPr>
              <a:t> (3),</a:t>
            </a:r>
            <a:r>
              <a:rPr lang="ru-RU" dirty="0">
                <a:latin typeface="Comic Sans MS" panose="030F0702030302020204" pitchFamily="66" charset="0"/>
              </a:rPr>
              <a:t> </a:t>
            </a:r>
            <a:r>
              <a:rPr lang="en-US" dirty="0" err="1">
                <a:latin typeface="Comic Sans MS" panose="030F0702030302020204" pitchFamily="66" charset="0"/>
              </a:rPr>
              <a:t>joriy</a:t>
            </a:r>
            <a:r>
              <a:rPr lang="en-US" dirty="0">
                <a:latin typeface="Comic Sans MS" panose="030F0702030302020204" pitchFamily="66" charset="0"/>
              </a:rPr>
              <a:t> </a:t>
            </a:r>
            <a:r>
              <a:rPr lang="en-US" dirty="0" err="1">
                <a:latin typeface="Comic Sans MS" panose="030F0702030302020204" pitchFamily="66" charset="0"/>
              </a:rPr>
              <a:t>iteratsiyalar</a:t>
            </a:r>
            <a:r>
              <a:rPr lang="en-US" dirty="0">
                <a:latin typeface="Comic Sans MS" panose="030F0702030302020204" pitchFamily="66" charset="0"/>
              </a:rPr>
              <a:t> </a:t>
            </a:r>
            <a:r>
              <a:rPr lang="en-US" dirty="0" err="1">
                <a:latin typeface="Comic Sans MS" panose="030F0702030302020204" pitchFamily="66" charset="0"/>
              </a:rPr>
              <a:t>sonini</a:t>
            </a:r>
            <a:r>
              <a:rPr lang="en-US" dirty="0">
                <a:latin typeface="Comic Sans MS" panose="030F0702030302020204" pitchFamily="66" charset="0"/>
              </a:rPr>
              <a:t> </a:t>
            </a:r>
            <a:r>
              <a:rPr lang="en-US" dirty="0" err="1">
                <a:latin typeface="Comic Sans MS" panose="030F0702030302020204" pitchFamily="66" charset="0"/>
              </a:rPr>
              <a:t>hisoblovchi</a:t>
            </a:r>
            <a:r>
              <a:rPr lang="ru-RU" dirty="0">
                <a:latin typeface="Comic Sans MS" panose="030F0702030302020204" pitchFamily="66" charset="0"/>
              </a:rPr>
              <a:t>; </a:t>
            </a:r>
          </a:p>
          <a:p>
            <a:pPr lvl="0"/>
            <a:r>
              <a:rPr lang="en-US" b="1" i="1" dirty="0" err="1">
                <a:latin typeface="Comic Sans MS" panose="030F0702030302020204" pitchFamily="66" charset="0"/>
              </a:rPr>
              <a:t>Chiqish</a:t>
            </a:r>
            <a:r>
              <a:rPr lang="en-US" b="1" i="1" dirty="0">
                <a:latin typeface="Comic Sans MS" panose="030F0702030302020204" pitchFamily="66" charset="0"/>
              </a:rPr>
              <a:t> </a:t>
            </a:r>
            <a:r>
              <a:rPr lang="en-US" b="1" i="1" dirty="0" err="1">
                <a:latin typeface="Comic Sans MS" panose="030F0702030302020204" pitchFamily="66" charset="0"/>
              </a:rPr>
              <a:t>terminallari</a:t>
            </a:r>
            <a:r>
              <a:rPr lang="ru-RU" b="1" i="1" dirty="0">
                <a:latin typeface="Comic Sans MS" panose="030F0702030302020204" pitchFamily="66" charset="0"/>
              </a:rPr>
              <a:t> (4),</a:t>
            </a:r>
            <a:r>
              <a:rPr lang="en-US" b="1" i="1" dirty="0">
                <a:latin typeface="Comic Sans MS" panose="030F0702030302020204" pitchFamily="66" charset="0"/>
              </a:rPr>
              <a:t> </a:t>
            </a:r>
            <a:r>
              <a:rPr lang="en-US" i="1" dirty="0" err="1">
                <a:latin typeface="Comic Sans MS" panose="030F0702030302020204" pitchFamily="66" charset="0"/>
              </a:rPr>
              <a:t>unda</a:t>
            </a:r>
            <a:r>
              <a:rPr lang="ru-RU" dirty="0">
                <a:latin typeface="Comic Sans MS" panose="030F0702030302020204" pitchFamily="66" charset="0"/>
              </a:rPr>
              <a:t> </a:t>
            </a:r>
            <a:r>
              <a:rPr lang="en-US" dirty="0" err="1">
                <a:latin typeface="Comic Sans MS" panose="030F0702030302020204" pitchFamily="66" charset="0"/>
              </a:rPr>
              <a:t>tsikl</a:t>
            </a:r>
            <a:r>
              <a:rPr lang="en-US" dirty="0">
                <a:latin typeface="Comic Sans MS" panose="030F0702030302020204" pitchFamily="66" charset="0"/>
              </a:rPr>
              <a:t> </a:t>
            </a:r>
            <a:r>
              <a:rPr lang="en-US" dirty="0" err="1">
                <a:latin typeface="Comic Sans MS" panose="030F0702030302020204" pitchFamily="66" charset="0"/>
              </a:rPr>
              <a:t>ishi</a:t>
            </a:r>
            <a:r>
              <a:rPr lang="en-US" dirty="0">
                <a:latin typeface="Comic Sans MS" panose="030F0702030302020204" pitchFamily="66" charset="0"/>
              </a:rPr>
              <a:t> </a:t>
            </a:r>
            <a:r>
              <a:rPr lang="en-US" dirty="0" err="1">
                <a:latin typeface="Comic Sans MS" panose="030F0702030302020204" pitchFamily="66" charset="0"/>
              </a:rPr>
              <a:t>tugaganidan</a:t>
            </a:r>
            <a:r>
              <a:rPr lang="en-US" dirty="0">
                <a:latin typeface="Comic Sans MS" panose="030F0702030302020204" pitchFamily="66" charset="0"/>
              </a:rPr>
              <a:t> </a:t>
            </a:r>
            <a:r>
              <a:rPr lang="en-US" dirty="0" err="1">
                <a:latin typeface="Comic Sans MS" panose="030F0702030302020204" pitchFamily="66" charset="0"/>
              </a:rPr>
              <a:t>so’ng</a:t>
            </a:r>
            <a:r>
              <a:rPr lang="en-US" dirty="0">
                <a:latin typeface="Comic Sans MS" panose="030F0702030302020204" pitchFamily="66" charset="0"/>
              </a:rPr>
              <a:t> </a:t>
            </a:r>
            <a:r>
              <a:rPr lang="en-US" dirty="0" err="1">
                <a:latin typeface="Comic Sans MS" panose="030F0702030302020204" pitchFamily="66" charset="0"/>
              </a:rPr>
              <a:t>qiymatlar</a:t>
            </a:r>
            <a:r>
              <a:rPr lang="en-US" dirty="0">
                <a:latin typeface="Comic Sans MS" panose="030F0702030302020204" pitchFamily="66" charset="0"/>
              </a:rPr>
              <a:t> </a:t>
            </a:r>
            <a:r>
              <a:rPr lang="en-US" dirty="0" err="1">
                <a:latin typeface="Comic Sans MS" panose="030F0702030302020204" pitchFamily="66" charset="0"/>
              </a:rPr>
              <a:t>paydo</a:t>
            </a:r>
            <a:r>
              <a:rPr lang="en-US" dirty="0">
                <a:latin typeface="Comic Sans MS" panose="030F0702030302020204" pitchFamily="66" charset="0"/>
              </a:rPr>
              <a:t> </a:t>
            </a:r>
            <a:r>
              <a:rPr lang="en-US" dirty="0" err="1">
                <a:latin typeface="Comic Sans MS" panose="030F0702030302020204" pitchFamily="66" charset="0"/>
              </a:rPr>
              <a:t>bo’ladi</a:t>
            </a:r>
            <a:r>
              <a:rPr lang="ru-RU" dirty="0">
                <a:latin typeface="Comic Sans MS" panose="030F0702030302020204" pitchFamily="66" charset="0"/>
              </a:rPr>
              <a:t>.</a:t>
            </a:r>
          </a:p>
        </p:txBody>
      </p:sp>
      <p:sp>
        <p:nvSpPr>
          <p:cNvPr id="13" name="Объект 6"/>
          <p:cNvSpPr>
            <a:spLocks noGrp="1"/>
          </p:cNvSpPr>
          <p:nvPr>
            <p:ph sz="half" idx="1"/>
          </p:nvPr>
        </p:nvSpPr>
        <p:spPr>
          <a:xfrm>
            <a:off x="292231" y="5693413"/>
            <a:ext cx="11667238" cy="864120"/>
          </a:xfrm>
        </p:spPr>
        <p:txBody>
          <a:bodyPr>
            <a:noAutofit/>
          </a:bodyPr>
          <a:lstStyle/>
          <a:p>
            <a:pPr marL="0" indent="0" algn="just">
              <a:buNone/>
            </a:pPr>
            <a:r>
              <a:rPr lang="en-US" dirty="0" err="1">
                <a:latin typeface="Comic Sans MS" panose="030F0702030302020204" pitchFamily="66" charset="0"/>
              </a:rPr>
              <a:t>Odatiy</a:t>
            </a:r>
            <a:r>
              <a:rPr lang="en-US" dirty="0">
                <a:latin typeface="Comic Sans MS" panose="030F0702030302020204" pitchFamily="66" charset="0"/>
              </a:rPr>
              <a:t> </a:t>
            </a:r>
            <a:r>
              <a:rPr lang="en-US" dirty="0" err="1">
                <a:latin typeface="Comic Sans MS" panose="030F0702030302020204" pitchFamily="66" charset="0"/>
              </a:rPr>
              <a:t>holda</a:t>
            </a:r>
            <a:r>
              <a:rPr lang="en-US" dirty="0">
                <a:latin typeface="Comic Sans MS" panose="030F0702030302020204" pitchFamily="66" charset="0"/>
              </a:rPr>
              <a:t>, </a:t>
            </a:r>
            <a:r>
              <a:rPr lang="en-US" dirty="0" err="1">
                <a:latin typeface="Comic Sans MS" panose="030F0702030302020204" pitchFamily="66" charset="0"/>
              </a:rPr>
              <a:t>belgilangan</a:t>
            </a:r>
            <a:r>
              <a:rPr lang="en-US" dirty="0">
                <a:latin typeface="Comic Sans MS" panose="030F0702030302020204" pitchFamily="66" charset="0"/>
              </a:rPr>
              <a:t> </a:t>
            </a:r>
            <a:r>
              <a:rPr lang="en-US" dirty="0" err="1">
                <a:latin typeface="Comic Sans MS" panose="030F0702030302020204" pitchFamily="66" charset="0"/>
              </a:rPr>
              <a:t>sonli</a:t>
            </a:r>
            <a:r>
              <a:rPr lang="en-US" dirty="0">
                <a:latin typeface="Comic Sans MS" panose="030F0702030302020204" pitchFamily="66" charset="0"/>
              </a:rPr>
              <a:t> </a:t>
            </a:r>
            <a:r>
              <a:rPr lang="en-US" dirty="0" err="1">
                <a:latin typeface="Comic Sans MS" panose="030F0702030302020204" pitchFamily="66" charset="0"/>
              </a:rPr>
              <a:t>iteratsiyalar</a:t>
            </a:r>
            <a:r>
              <a:rPr lang="en-US" dirty="0">
                <a:latin typeface="Comic Sans MS" panose="030F0702030302020204" pitchFamily="66" charset="0"/>
              </a:rPr>
              <a:t> </a:t>
            </a:r>
            <a:r>
              <a:rPr lang="en-US" dirty="0" err="1">
                <a:latin typeface="Comic Sans MS" panose="030F0702030302020204" pitchFamily="66" charset="0"/>
              </a:rPr>
              <a:t>bilan</a:t>
            </a:r>
            <a:r>
              <a:rPr lang="en-US" dirty="0">
                <a:latin typeface="Comic Sans MS" panose="030F0702030302020204" pitchFamily="66" charset="0"/>
              </a:rPr>
              <a:t> </a:t>
            </a:r>
            <a:r>
              <a:rPr lang="en-US" dirty="0" err="1">
                <a:latin typeface="Comic Sans MS" panose="030F0702030302020204" pitchFamily="66" charset="0"/>
              </a:rPr>
              <a:t>tsikl</a:t>
            </a:r>
            <a:r>
              <a:rPr lang="en-US" dirty="0">
                <a:latin typeface="Comic Sans MS" panose="030F0702030302020204" pitchFamily="66" charset="0"/>
              </a:rPr>
              <a:t> </a:t>
            </a:r>
            <a:r>
              <a:rPr lang="en-US" dirty="0" err="1">
                <a:latin typeface="Comic Sans MS" panose="030F0702030302020204" pitchFamily="66" charset="0"/>
              </a:rPr>
              <a:t>tuzilishining</a:t>
            </a:r>
            <a:r>
              <a:rPr lang="en-US" dirty="0">
                <a:latin typeface="Comic Sans MS" panose="030F0702030302020204" pitchFamily="66" charset="0"/>
              </a:rPr>
              <a:t> </a:t>
            </a:r>
            <a:r>
              <a:rPr lang="en-US" dirty="0" err="1">
                <a:latin typeface="Comic Sans MS" panose="030F0702030302020204" pitchFamily="66" charset="0"/>
              </a:rPr>
              <a:t>chiqishida</a:t>
            </a:r>
            <a:r>
              <a:rPr lang="en-US" dirty="0">
                <a:latin typeface="Comic Sans MS" panose="030F0702030302020204" pitchFamily="66" charset="0"/>
              </a:rPr>
              <a:t> </a:t>
            </a:r>
            <a:r>
              <a:rPr lang="en-US" dirty="0" err="1">
                <a:latin typeface="Comic Sans MS" panose="030F0702030302020204" pitchFamily="66" charset="0"/>
              </a:rPr>
              <a:t>qiymatlar</a:t>
            </a:r>
            <a:r>
              <a:rPr lang="en-US" dirty="0">
                <a:latin typeface="Comic Sans MS" panose="030F0702030302020204" pitchFamily="66" charset="0"/>
              </a:rPr>
              <a:t> </a:t>
            </a:r>
            <a:r>
              <a:rPr lang="en-US" dirty="0" err="1">
                <a:latin typeface="Comic Sans MS" panose="030F0702030302020204" pitchFamily="66" charset="0"/>
              </a:rPr>
              <a:t>massivini</a:t>
            </a:r>
            <a:r>
              <a:rPr lang="en-US" dirty="0">
                <a:latin typeface="Comic Sans MS" panose="030F0702030302020204" pitchFamily="66" charset="0"/>
              </a:rPr>
              <a:t> </a:t>
            </a:r>
            <a:r>
              <a:rPr lang="en-US" dirty="0" err="1">
                <a:latin typeface="Comic Sans MS" panose="030F0702030302020204" pitchFamily="66" charset="0"/>
              </a:rPr>
              <a:t>o'z</a:t>
            </a:r>
            <a:r>
              <a:rPr lang="en-US" dirty="0">
                <a:latin typeface="Comic Sans MS" panose="030F0702030302020204" pitchFamily="66" charset="0"/>
              </a:rPr>
              <a:t> </a:t>
            </a:r>
            <a:r>
              <a:rPr lang="en-US" dirty="0" err="1">
                <a:latin typeface="Comic Sans MS" panose="030F0702030302020204" pitchFamily="66" charset="0"/>
              </a:rPr>
              <a:t>ichiga</a:t>
            </a:r>
            <a:r>
              <a:rPr lang="en-US" dirty="0">
                <a:latin typeface="Comic Sans MS" panose="030F0702030302020204" pitchFamily="66" charset="0"/>
              </a:rPr>
              <a:t> </a:t>
            </a:r>
            <a:r>
              <a:rPr lang="en-US" dirty="0" err="1">
                <a:latin typeface="Comic Sans MS" panose="030F0702030302020204" pitchFamily="66" charset="0"/>
              </a:rPr>
              <a:t>olgan</a:t>
            </a:r>
            <a:r>
              <a:rPr lang="en-US" dirty="0">
                <a:latin typeface="Comic Sans MS" panose="030F0702030302020204" pitchFamily="66" charset="0"/>
              </a:rPr>
              <a:t> terminal </a:t>
            </a:r>
            <a:r>
              <a:rPr lang="en-US" dirty="0" err="1">
                <a:latin typeface="Comic Sans MS" panose="030F0702030302020204" pitchFamily="66" charset="0"/>
              </a:rPr>
              <a:t>yaratiladi</a:t>
            </a:r>
            <a:r>
              <a:rPr lang="en-US" dirty="0">
                <a:latin typeface="Comic Sans MS" panose="030F0702030302020204" pitchFamily="66" charset="0"/>
              </a:rPr>
              <a:t>.</a:t>
            </a:r>
            <a:endParaRPr lang="ru-RU" b="1" i="1" dirty="0">
              <a:latin typeface="Comic Sans MS" panose="030F0702030302020204" pitchFamily="66" charset="0"/>
            </a:endParaRPr>
          </a:p>
        </p:txBody>
      </p:sp>
    </p:spTree>
    <p:extLst>
      <p:ext uri="{BB962C8B-B14F-4D97-AF65-F5344CB8AC3E}">
        <p14:creationId xmlns:p14="http://schemas.microsoft.com/office/powerpoint/2010/main" val="565012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95512"/>
          <p:cNvGrpSpPr/>
          <p:nvPr/>
        </p:nvGrpSpPr>
        <p:grpSpPr>
          <a:xfrm>
            <a:off x="6143160" y="548599"/>
            <a:ext cx="6048840" cy="3744520"/>
            <a:chOff x="-4063" y="-4074"/>
            <a:chExt cx="4519167" cy="2334768"/>
          </a:xfrm>
        </p:grpSpPr>
        <p:pic>
          <p:nvPicPr>
            <p:cNvPr id="15" name="Picture 221565"/>
            <p:cNvPicPr/>
            <p:nvPr/>
          </p:nvPicPr>
          <p:blipFill>
            <a:blip r:embed="rId2"/>
            <a:stretch>
              <a:fillRect/>
            </a:stretch>
          </p:blipFill>
          <p:spPr>
            <a:xfrm>
              <a:off x="-4063" y="-4074"/>
              <a:ext cx="1213104" cy="2334768"/>
            </a:xfrm>
            <a:prstGeom prst="rect">
              <a:avLst/>
            </a:prstGeom>
          </p:spPr>
        </p:pic>
        <p:pic>
          <p:nvPicPr>
            <p:cNvPr id="16" name="Picture 221566"/>
            <p:cNvPicPr/>
            <p:nvPr/>
          </p:nvPicPr>
          <p:blipFill>
            <a:blip r:embed="rId3"/>
            <a:stretch>
              <a:fillRect/>
            </a:stretch>
          </p:blipFill>
          <p:spPr>
            <a:xfrm>
              <a:off x="1205992" y="-4074"/>
              <a:ext cx="2734056" cy="2334768"/>
            </a:xfrm>
            <a:prstGeom prst="rect">
              <a:avLst/>
            </a:prstGeom>
          </p:spPr>
        </p:pic>
        <p:pic>
          <p:nvPicPr>
            <p:cNvPr id="17" name="Picture 221567"/>
            <p:cNvPicPr/>
            <p:nvPr/>
          </p:nvPicPr>
          <p:blipFill>
            <a:blip r:embed="rId4"/>
            <a:stretch>
              <a:fillRect/>
            </a:stretch>
          </p:blipFill>
          <p:spPr>
            <a:xfrm>
              <a:off x="3939032" y="-4074"/>
              <a:ext cx="576072" cy="2334768"/>
            </a:xfrm>
            <a:prstGeom prst="rect">
              <a:avLst/>
            </a:prstGeom>
          </p:spPr>
        </p:pic>
      </p:grpSp>
      <p:sp>
        <p:nvSpPr>
          <p:cNvPr id="6" name="Заголовок 5"/>
          <p:cNvSpPr>
            <a:spLocks noGrp="1"/>
          </p:cNvSpPr>
          <p:nvPr>
            <p:ph type="title"/>
          </p:nvPr>
        </p:nvSpPr>
        <p:spPr>
          <a:xfrm>
            <a:off x="2243465" y="75367"/>
            <a:ext cx="7705070" cy="576080"/>
          </a:xfrm>
        </p:spPr>
        <p:txBody>
          <a:bodyPr>
            <a:noAutofit/>
          </a:bodyPr>
          <a:lstStyle/>
          <a:p>
            <a:pPr algn="ctr"/>
            <a:r>
              <a:rPr lang="ru-RU" sz="4000" b="1" dirty="0" err="1">
                <a:latin typeface="Comic Sans MS" panose="030F0702030302020204" pitchFamily="66" charset="0"/>
              </a:rPr>
              <a:t>While</a:t>
            </a:r>
            <a:r>
              <a:rPr lang="ru-RU" sz="4000" b="1" dirty="0">
                <a:latin typeface="Comic Sans MS" panose="030F0702030302020204" pitchFamily="66" charset="0"/>
              </a:rPr>
              <a:t> </a:t>
            </a:r>
            <a:r>
              <a:rPr lang="ru-RU" sz="4000" b="1" dirty="0" err="1">
                <a:latin typeface="Comic Sans MS" panose="030F0702030302020204" pitchFamily="66" charset="0"/>
              </a:rPr>
              <a:t>Loop</a:t>
            </a:r>
            <a:r>
              <a:rPr lang="en-US" sz="4000" b="1" dirty="0">
                <a:latin typeface="Comic Sans MS" panose="030F0702030302020204" pitchFamily="66" charset="0"/>
              </a:rPr>
              <a:t> </a:t>
            </a:r>
            <a:r>
              <a:rPr lang="en-US" sz="4000" b="1" dirty="0" err="1">
                <a:latin typeface="Comic Sans MS" panose="030F0702030302020204" pitchFamily="66" charset="0"/>
              </a:rPr>
              <a:t>shart</a:t>
            </a:r>
            <a:r>
              <a:rPr lang="en-US" sz="4000" b="1" dirty="0">
                <a:latin typeface="Comic Sans MS" panose="030F0702030302020204" pitchFamily="66" charset="0"/>
              </a:rPr>
              <a:t> </a:t>
            </a:r>
            <a:r>
              <a:rPr lang="en-US" sz="4000" b="1" dirty="0" err="1">
                <a:latin typeface="Comic Sans MS" panose="030F0702030302020204" pitchFamily="66" charset="0"/>
              </a:rPr>
              <a:t>tsikli</a:t>
            </a:r>
            <a:endParaRPr lang="ru-RU" sz="4000" i="1" dirty="0">
              <a:latin typeface="Comic Sans MS" panose="030F0702030302020204" pitchFamily="66" charset="0"/>
            </a:endParaRPr>
          </a:p>
        </p:txBody>
      </p:sp>
      <p:sp>
        <p:nvSpPr>
          <p:cNvPr id="7" name="Объект 6"/>
          <p:cNvSpPr>
            <a:spLocks noGrp="1"/>
          </p:cNvSpPr>
          <p:nvPr>
            <p:ph sz="half" idx="1"/>
          </p:nvPr>
        </p:nvSpPr>
        <p:spPr>
          <a:xfrm>
            <a:off x="480767" y="3935425"/>
            <a:ext cx="11283885" cy="2922575"/>
          </a:xfrm>
        </p:spPr>
        <p:txBody>
          <a:bodyPr>
            <a:noAutofit/>
          </a:bodyPr>
          <a:lstStyle/>
          <a:p>
            <a:pPr lvl="0"/>
            <a:r>
              <a:rPr lang="en-US" b="1" i="1" dirty="0" err="1">
                <a:latin typeface="Comic Sans MS" panose="030F0702030302020204" pitchFamily="66" charset="0"/>
              </a:rPr>
              <a:t>Yakunlanish</a:t>
            </a:r>
            <a:r>
              <a:rPr lang="en-US" b="1" i="1" dirty="0">
                <a:latin typeface="Comic Sans MS" panose="030F0702030302020204" pitchFamily="66" charset="0"/>
              </a:rPr>
              <a:t> </a:t>
            </a:r>
            <a:r>
              <a:rPr lang="en-US" b="1" i="1" dirty="0" err="1">
                <a:latin typeface="Comic Sans MS" panose="030F0702030302020204" pitchFamily="66" charset="0"/>
              </a:rPr>
              <a:t>sharti</a:t>
            </a:r>
            <a:r>
              <a:rPr lang="en-US" b="1" i="1" dirty="0">
                <a:latin typeface="Comic Sans MS" panose="030F0702030302020204" pitchFamily="66" charset="0"/>
              </a:rPr>
              <a:t> </a:t>
            </a:r>
            <a:r>
              <a:rPr lang="en-US" b="1" i="1" dirty="0" err="1">
                <a:latin typeface="Comic Sans MS" panose="030F0702030302020204" pitchFamily="66" charset="0"/>
              </a:rPr>
              <a:t>terminali</a:t>
            </a:r>
            <a:r>
              <a:rPr lang="ru-RU" b="1" i="1" dirty="0">
                <a:latin typeface="Comic Sans MS" panose="030F0702030302020204" pitchFamily="66" charset="0"/>
              </a:rPr>
              <a:t> (2)        ,</a:t>
            </a:r>
            <a:r>
              <a:rPr lang="ru-RU" dirty="0">
                <a:latin typeface="Comic Sans MS" panose="030F0702030302020204" pitchFamily="66" charset="0"/>
              </a:rPr>
              <a:t> </a:t>
            </a:r>
            <a:r>
              <a:rPr lang="en-US" dirty="0">
                <a:latin typeface="Comic Sans MS" panose="030F0702030302020204" pitchFamily="66" charset="0"/>
              </a:rPr>
              <a:t>u </a:t>
            </a:r>
            <a:r>
              <a:rPr lang="en-US" dirty="0" err="1">
                <a:latin typeface="Comic Sans MS" panose="030F0702030302020204" pitchFamily="66" charset="0"/>
              </a:rPr>
              <a:t>ikki</a:t>
            </a:r>
            <a:r>
              <a:rPr lang="en-US" dirty="0">
                <a:latin typeface="Comic Sans MS" panose="030F0702030302020204" pitchFamily="66" charset="0"/>
              </a:rPr>
              <a:t> </a:t>
            </a:r>
            <a:r>
              <a:rPr lang="en-US" dirty="0" err="1">
                <a:latin typeface="Comic Sans MS" panose="030F0702030302020204" pitchFamily="66" charset="0"/>
              </a:rPr>
              <a:t>xil</a:t>
            </a:r>
            <a:r>
              <a:rPr lang="en-US" dirty="0">
                <a:latin typeface="Comic Sans MS" panose="030F0702030302020204" pitchFamily="66" charset="0"/>
              </a:rPr>
              <a:t> </a:t>
            </a:r>
            <a:r>
              <a:rPr lang="en-US" dirty="0" err="1">
                <a:latin typeface="Comic Sans MS" panose="030F0702030302020204" pitchFamily="66" charset="0"/>
              </a:rPr>
              <a:t>rejimda</a:t>
            </a:r>
            <a:r>
              <a:rPr lang="en-US" dirty="0">
                <a:latin typeface="Comic Sans MS" panose="030F0702030302020204" pitchFamily="66" charset="0"/>
              </a:rPr>
              <a:t> </a:t>
            </a:r>
            <a:r>
              <a:rPr lang="en-US" dirty="0" err="1">
                <a:latin typeface="Comic Sans MS" panose="030F0702030302020204" pitchFamily="66" charset="0"/>
              </a:rPr>
              <a:t>ishlaydi</a:t>
            </a:r>
            <a:r>
              <a:rPr lang="ru-RU" dirty="0">
                <a:latin typeface="Comic Sans MS" panose="030F0702030302020204" pitchFamily="66" charset="0"/>
              </a:rPr>
              <a:t> – </a:t>
            </a:r>
            <a:r>
              <a:rPr lang="en-US" dirty="0">
                <a:latin typeface="Comic Sans MS" panose="030F0702030302020204" pitchFamily="66" charset="0"/>
              </a:rPr>
              <a:t>agar terminal </a:t>
            </a:r>
            <a:r>
              <a:rPr lang="en-US" dirty="0" err="1">
                <a:latin typeface="Comic Sans MS" panose="030F0702030302020204" pitchFamily="66" charset="0"/>
              </a:rPr>
              <a:t>kirishida</a:t>
            </a:r>
            <a:r>
              <a:rPr lang="en-US" dirty="0">
                <a:latin typeface="Comic Sans MS" panose="030F0702030302020204" pitchFamily="66" charset="0"/>
              </a:rPr>
              <a:t> </a:t>
            </a:r>
            <a:r>
              <a:rPr lang="en-US" b="1" dirty="0" err="1">
                <a:latin typeface="Comic Sans MS" panose="030F0702030302020204" pitchFamily="66" charset="0"/>
              </a:rPr>
              <a:t>Rost</a:t>
            </a:r>
            <a:r>
              <a:rPr lang="en-US" dirty="0">
                <a:latin typeface="Comic Sans MS" panose="030F0702030302020204" pitchFamily="66" charset="0"/>
              </a:rPr>
              <a:t>  </a:t>
            </a:r>
            <a:r>
              <a:rPr lang="en-US" dirty="0" err="1">
                <a:latin typeface="Comic Sans MS" panose="030F0702030302020204" pitchFamily="66" charset="0"/>
              </a:rPr>
              <a:t>va</a:t>
            </a:r>
            <a:r>
              <a:rPr lang="en-US" dirty="0">
                <a:latin typeface="Comic Sans MS" panose="030F0702030302020204" pitchFamily="66" charset="0"/>
              </a:rPr>
              <a:t> agar </a:t>
            </a:r>
            <a:r>
              <a:rPr lang="en-US" b="1" dirty="0" err="1">
                <a:latin typeface="Comic Sans MS" panose="030F0702030302020204" pitchFamily="66" charset="0"/>
              </a:rPr>
              <a:t>Yolg’on</a:t>
            </a:r>
            <a:r>
              <a:rPr lang="en-US" dirty="0">
                <a:latin typeface="Comic Sans MS" panose="030F0702030302020204" pitchFamily="66" charset="0"/>
              </a:rPr>
              <a:t> </a:t>
            </a:r>
            <a:r>
              <a:rPr lang="en-US" dirty="0" err="1">
                <a:latin typeface="Comic Sans MS" panose="030F0702030302020204" pitchFamily="66" charset="0"/>
              </a:rPr>
              <a:t>bo’lganda</a:t>
            </a:r>
            <a:r>
              <a:rPr lang="en-US" dirty="0">
                <a:latin typeface="Comic Sans MS" panose="030F0702030302020204" pitchFamily="66" charset="0"/>
              </a:rPr>
              <a:t> </a:t>
            </a:r>
            <a:r>
              <a:rPr lang="en-US" dirty="0" err="1">
                <a:latin typeface="Comic Sans MS" panose="030F0702030302020204" pitchFamily="66" charset="0"/>
              </a:rPr>
              <a:t>to’xtash</a:t>
            </a:r>
            <a:r>
              <a:rPr lang="en-US" dirty="0">
                <a:latin typeface="Comic Sans MS" panose="030F0702030302020204" pitchFamily="66" charset="0"/>
              </a:rPr>
              <a:t> </a:t>
            </a:r>
            <a:r>
              <a:rPr lang="ru-RU" dirty="0">
                <a:latin typeface="Comic Sans MS" panose="030F0702030302020204" pitchFamily="66" charset="0"/>
              </a:rPr>
              <a:t>(</a:t>
            </a:r>
            <a:r>
              <a:rPr lang="en-US" dirty="0" err="1">
                <a:latin typeface="Comic Sans MS" panose="030F0702030302020204" pitchFamily="66" charset="0"/>
              </a:rPr>
              <a:t>rejimlarni</a:t>
            </a:r>
            <a:r>
              <a:rPr lang="en-US" dirty="0">
                <a:latin typeface="Comic Sans MS" panose="030F0702030302020204" pitchFamily="66" charset="0"/>
              </a:rPr>
              <a:t> </a:t>
            </a:r>
            <a:r>
              <a:rPr lang="en-US" dirty="0" err="1">
                <a:latin typeface="Comic Sans MS" panose="030F0702030302020204" pitchFamily="66" charset="0"/>
              </a:rPr>
              <a:t>o’zgartirish</a:t>
            </a:r>
            <a:r>
              <a:rPr lang="en-US" dirty="0">
                <a:latin typeface="Comic Sans MS" panose="030F0702030302020204" pitchFamily="66" charset="0"/>
              </a:rPr>
              <a:t> SO’T(</a:t>
            </a:r>
            <a:r>
              <a:rPr lang="en-US" dirty="0" err="1">
                <a:latin typeface="Comic Sans MS" panose="030F0702030302020204" pitchFamily="66" charset="0"/>
              </a:rPr>
              <a:t>sichqoncha</a:t>
            </a:r>
            <a:r>
              <a:rPr lang="en-US" dirty="0">
                <a:latin typeface="Comic Sans MS" panose="030F0702030302020204" pitchFamily="66" charset="0"/>
              </a:rPr>
              <a:t> </a:t>
            </a:r>
            <a:r>
              <a:rPr lang="en-US" dirty="0" err="1">
                <a:latin typeface="Comic Sans MS" panose="030F0702030302020204" pitchFamily="66" charset="0"/>
              </a:rPr>
              <a:t>o’ng</a:t>
            </a:r>
            <a:r>
              <a:rPr lang="en-US" dirty="0">
                <a:latin typeface="Comic Sans MS" panose="030F0702030302020204" pitchFamily="66" charset="0"/>
              </a:rPr>
              <a:t> </a:t>
            </a:r>
            <a:r>
              <a:rPr lang="en-US" dirty="0" err="1">
                <a:latin typeface="Comic Sans MS" panose="030F0702030302020204" pitchFamily="66" charset="0"/>
              </a:rPr>
              <a:t>tugmasida</a:t>
            </a:r>
            <a:r>
              <a:rPr lang="en-US" dirty="0">
                <a:latin typeface="Comic Sans MS" panose="030F0702030302020204" pitchFamily="66" charset="0"/>
              </a:rPr>
              <a:t> </a:t>
            </a:r>
            <a:r>
              <a:rPr lang="ru-RU" dirty="0">
                <a:latin typeface="Comic Sans MS" panose="030F0702030302020204" pitchFamily="66" charset="0"/>
              </a:rPr>
              <a:t>(</a:t>
            </a:r>
            <a:r>
              <a:rPr lang="ru-RU" b="1" dirty="0" err="1">
                <a:latin typeface="Comic Sans MS" panose="030F0702030302020204" pitchFamily="66" charset="0"/>
              </a:rPr>
              <a:t>stop</a:t>
            </a:r>
            <a:r>
              <a:rPr lang="ru-RU" b="1" dirty="0">
                <a:latin typeface="Comic Sans MS" panose="030F0702030302020204" pitchFamily="66" charset="0"/>
              </a:rPr>
              <a:t> </a:t>
            </a:r>
            <a:r>
              <a:rPr lang="ru-RU" b="1" dirty="0" err="1">
                <a:latin typeface="Comic Sans MS" panose="030F0702030302020204" pitchFamily="66" charset="0"/>
              </a:rPr>
              <a:t>if</a:t>
            </a:r>
            <a:r>
              <a:rPr lang="ru-RU" b="1" dirty="0">
                <a:latin typeface="Comic Sans MS" panose="030F0702030302020204" pitchFamily="66" charset="0"/>
              </a:rPr>
              <a:t> </a:t>
            </a:r>
            <a:r>
              <a:rPr lang="ru-RU" b="1" dirty="0" err="1">
                <a:latin typeface="Comic Sans MS" panose="030F0702030302020204" pitchFamily="66" charset="0"/>
              </a:rPr>
              <a:t>true</a:t>
            </a:r>
            <a:r>
              <a:rPr lang="ru-RU" b="1" dirty="0">
                <a:latin typeface="Comic Sans MS" panose="030F0702030302020204" pitchFamily="66" charset="0"/>
              </a:rPr>
              <a:t>/</a:t>
            </a:r>
            <a:r>
              <a:rPr lang="ru-RU" b="1" dirty="0" err="1">
                <a:latin typeface="Comic Sans MS" panose="030F0702030302020204" pitchFamily="66" charset="0"/>
              </a:rPr>
              <a:t>false</a:t>
            </a:r>
            <a:r>
              <a:rPr lang="ru-RU" dirty="0">
                <a:latin typeface="Comic Sans MS" panose="030F0702030302020204" pitchFamily="66" charset="0"/>
              </a:rPr>
              <a:t>)</a:t>
            </a:r>
            <a:r>
              <a:rPr lang="en-US" dirty="0">
                <a:latin typeface="Comic Sans MS" panose="030F0702030302020204" pitchFamily="66" charset="0"/>
              </a:rPr>
              <a:t> </a:t>
            </a:r>
            <a:r>
              <a:rPr lang="en-US" dirty="0" err="1">
                <a:latin typeface="Comic Sans MS" panose="030F0702030302020204" pitchFamily="66" charset="0"/>
              </a:rPr>
              <a:t>amalga</a:t>
            </a:r>
            <a:r>
              <a:rPr lang="en-US" dirty="0">
                <a:latin typeface="Comic Sans MS" panose="030F0702030302020204" pitchFamily="66" charset="0"/>
              </a:rPr>
              <a:t> </a:t>
            </a:r>
            <a:r>
              <a:rPr lang="en-US" dirty="0" err="1">
                <a:latin typeface="Comic Sans MS" panose="030F0702030302020204" pitchFamily="66" charset="0"/>
              </a:rPr>
              <a:t>oshiriladi</a:t>
            </a:r>
            <a:r>
              <a:rPr lang="ru-RU" dirty="0">
                <a:latin typeface="Comic Sans MS" panose="030F0702030302020204" pitchFamily="66" charset="0"/>
              </a:rPr>
              <a:t>; </a:t>
            </a:r>
          </a:p>
          <a:p>
            <a:r>
              <a:rPr lang="en-US" b="1" i="1" dirty="0" err="1">
                <a:latin typeface="Comic Sans MS" panose="030F0702030302020204" pitchFamily="66" charset="0"/>
              </a:rPr>
              <a:t>Chiqish</a:t>
            </a:r>
            <a:r>
              <a:rPr lang="en-US" b="1" i="1" dirty="0">
                <a:latin typeface="Comic Sans MS" panose="030F0702030302020204" pitchFamily="66" charset="0"/>
              </a:rPr>
              <a:t> </a:t>
            </a:r>
            <a:r>
              <a:rPr lang="en-US" b="1" i="1" dirty="0" err="1">
                <a:latin typeface="Comic Sans MS" panose="030F0702030302020204" pitchFamily="66" charset="0"/>
              </a:rPr>
              <a:t>terminallari</a:t>
            </a:r>
            <a:r>
              <a:rPr lang="ru-RU" b="1" i="1" dirty="0">
                <a:latin typeface="Comic Sans MS" panose="030F0702030302020204" pitchFamily="66" charset="0"/>
              </a:rPr>
              <a:t> (4),</a:t>
            </a:r>
            <a:r>
              <a:rPr lang="ru-RU" dirty="0">
                <a:latin typeface="Comic Sans MS" panose="030F0702030302020204" pitchFamily="66" charset="0"/>
              </a:rPr>
              <a:t> </a:t>
            </a:r>
            <a:r>
              <a:rPr lang="en-US" i="1" dirty="0" err="1">
                <a:latin typeface="Comic Sans MS" panose="030F0702030302020204" pitchFamily="66" charset="0"/>
              </a:rPr>
              <a:t>unda</a:t>
            </a:r>
            <a:r>
              <a:rPr lang="ru-RU" dirty="0">
                <a:latin typeface="Comic Sans MS" panose="030F0702030302020204" pitchFamily="66" charset="0"/>
              </a:rPr>
              <a:t> </a:t>
            </a:r>
            <a:r>
              <a:rPr lang="en-US" dirty="0" err="1">
                <a:latin typeface="Comic Sans MS" panose="030F0702030302020204" pitchFamily="66" charset="0"/>
              </a:rPr>
              <a:t>tsikl</a:t>
            </a:r>
            <a:r>
              <a:rPr lang="en-US" dirty="0">
                <a:latin typeface="Comic Sans MS" panose="030F0702030302020204" pitchFamily="66" charset="0"/>
              </a:rPr>
              <a:t> </a:t>
            </a:r>
            <a:r>
              <a:rPr lang="en-US" dirty="0" err="1">
                <a:latin typeface="Comic Sans MS" panose="030F0702030302020204" pitchFamily="66" charset="0"/>
              </a:rPr>
              <a:t>ishi</a:t>
            </a:r>
            <a:r>
              <a:rPr lang="en-US" dirty="0">
                <a:latin typeface="Comic Sans MS" panose="030F0702030302020204" pitchFamily="66" charset="0"/>
              </a:rPr>
              <a:t> </a:t>
            </a:r>
            <a:r>
              <a:rPr lang="en-US" dirty="0" err="1">
                <a:latin typeface="Comic Sans MS" panose="030F0702030302020204" pitchFamily="66" charset="0"/>
              </a:rPr>
              <a:t>tugaganidan</a:t>
            </a:r>
            <a:r>
              <a:rPr lang="en-US" dirty="0">
                <a:latin typeface="Comic Sans MS" panose="030F0702030302020204" pitchFamily="66" charset="0"/>
              </a:rPr>
              <a:t> </a:t>
            </a:r>
            <a:r>
              <a:rPr lang="en-US" dirty="0" err="1">
                <a:latin typeface="Comic Sans MS" panose="030F0702030302020204" pitchFamily="66" charset="0"/>
              </a:rPr>
              <a:t>so’ng</a:t>
            </a:r>
            <a:r>
              <a:rPr lang="en-US" dirty="0">
                <a:latin typeface="Comic Sans MS" panose="030F0702030302020204" pitchFamily="66" charset="0"/>
              </a:rPr>
              <a:t> </a:t>
            </a:r>
            <a:r>
              <a:rPr lang="en-US" dirty="0" err="1">
                <a:latin typeface="Comic Sans MS" panose="030F0702030302020204" pitchFamily="66" charset="0"/>
              </a:rPr>
              <a:t>qiymatlar</a:t>
            </a:r>
            <a:r>
              <a:rPr lang="en-US" dirty="0">
                <a:latin typeface="Comic Sans MS" panose="030F0702030302020204" pitchFamily="66" charset="0"/>
              </a:rPr>
              <a:t> </a:t>
            </a:r>
            <a:r>
              <a:rPr lang="en-US" dirty="0" err="1">
                <a:latin typeface="Comic Sans MS" panose="030F0702030302020204" pitchFamily="66" charset="0"/>
              </a:rPr>
              <a:t>paydo</a:t>
            </a:r>
            <a:r>
              <a:rPr lang="en-US" dirty="0">
                <a:latin typeface="Comic Sans MS" panose="030F0702030302020204" pitchFamily="66" charset="0"/>
              </a:rPr>
              <a:t> </a:t>
            </a:r>
            <a:r>
              <a:rPr lang="en-US" dirty="0" err="1">
                <a:latin typeface="Comic Sans MS" panose="030F0702030302020204" pitchFamily="66" charset="0"/>
              </a:rPr>
              <a:t>bo’ladi</a:t>
            </a:r>
            <a:r>
              <a:rPr lang="ru-RU" dirty="0">
                <a:latin typeface="Comic Sans MS" panose="030F0702030302020204" pitchFamily="66" charset="0"/>
              </a:rPr>
              <a:t>.</a:t>
            </a:r>
          </a:p>
        </p:txBody>
      </p:sp>
      <p:sp>
        <p:nvSpPr>
          <p:cNvPr id="18" name="Объект 6"/>
          <p:cNvSpPr>
            <a:spLocks noGrp="1"/>
          </p:cNvSpPr>
          <p:nvPr>
            <p:ph sz="half" idx="1"/>
          </p:nvPr>
        </p:nvSpPr>
        <p:spPr>
          <a:xfrm>
            <a:off x="329938" y="692620"/>
            <a:ext cx="5081048" cy="3242805"/>
          </a:xfrm>
        </p:spPr>
        <p:txBody>
          <a:bodyPr>
            <a:noAutofit/>
          </a:bodyPr>
          <a:lstStyle/>
          <a:p>
            <a:pPr lvl="0"/>
            <a:r>
              <a:rPr lang="en-US" b="1" i="1" dirty="0" err="1">
                <a:latin typeface="Comic Sans MS" panose="030F0702030302020204" pitchFamily="66" charset="0"/>
              </a:rPr>
              <a:t>Tsikl</a:t>
            </a:r>
            <a:r>
              <a:rPr lang="en-US" b="1" i="1" dirty="0">
                <a:latin typeface="Comic Sans MS" panose="030F0702030302020204" pitchFamily="66" charset="0"/>
              </a:rPr>
              <a:t> </a:t>
            </a:r>
            <a:r>
              <a:rPr lang="en-US" b="1" i="1" dirty="0" err="1">
                <a:latin typeface="Comic Sans MS" panose="030F0702030302020204" pitchFamily="66" charset="0"/>
              </a:rPr>
              <a:t>tanasi</a:t>
            </a:r>
            <a:r>
              <a:rPr lang="ru-RU" b="1" i="1" dirty="0">
                <a:latin typeface="Comic Sans MS" panose="030F0702030302020204" pitchFamily="66" charset="0"/>
              </a:rPr>
              <a:t> (3),</a:t>
            </a:r>
            <a:r>
              <a:rPr lang="ru-RU" dirty="0">
                <a:latin typeface="Comic Sans MS" panose="030F0702030302020204" pitchFamily="66" charset="0"/>
              </a:rPr>
              <a:t> </a:t>
            </a:r>
            <a:r>
              <a:rPr lang="en-US" dirty="0" err="1">
                <a:latin typeface="Comic Sans MS" panose="030F0702030302020204" pitchFamily="66" charset="0"/>
              </a:rPr>
              <a:t>takorlanishi</a:t>
            </a:r>
            <a:r>
              <a:rPr lang="en-US" dirty="0">
                <a:latin typeface="Comic Sans MS" panose="030F0702030302020204" pitchFamily="66" charset="0"/>
              </a:rPr>
              <a:t> </a:t>
            </a:r>
            <a:r>
              <a:rPr lang="en-US" dirty="0" err="1">
                <a:latin typeface="Comic Sans MS" panose="030F0702030302020204" pitchFamily="66" charset="0"/>
              </a:rPr>
              <a:t>kerak</a:t>
            </a:r>
            <a:r>
              <a:rPr lang="en-US" dirty="0">
                <a:latin typeface="Comic Sans MS" panose="030F0702030302020204" pitchFamily="66" charset="0"/>
              </a:rPr>
              <a:t> </a:t>
            </a:r>
            <a:r>
              <a:rPr lang="en-US" dirty="0" err="1">
                <a:latin typeface="Comic Sans MS" panose="030F0702030302020204" pitchFamily="66" charset="0"/>
              </a:rPr>
              <a:t>bo’lgan</a:t>
            </a:r>
            <a:r>
              <a:rPr lang="en-US" dirty="0">
                <a:latin typeface="Comic Sans MS" panose="030F0702030302020204" pitchFamily="66" charset="0"/>
              </a:rPr>
              <a:t> </a:t>
            </a:r>
            <a:r>
              <a:rPr lang="en-US" dirty="0" err="1">
                <a:latin typeface="Comic Sans MS" panose="030F0702030302020204" pitchFamily="66" charset="0"/>
              </a:rPr>
              <a:t>ko’rsatmalar</a:t>
            </a:r>
            <a:r>
              <a:rPr lang="en-US" dirty="0">
                <a:latin typeface="Comic Sans MS" panose="030F0702030302020204" pitchFamily="66" charset="0"/>
              </a:rPr>
              <a:t> </a:t>
            </a:r>
            <a:r>
              <a:rPr lang="en-US" dirty="0" err="1">
                <a:latin typeface="Comic Sans MS" panose="030F0702030302020204" pitchFamily="66" charset="0"/>
              </a:rPr>
              <a:t>o’rni</a:t>
            </a:r>
            <a:r>
              <a:rPr lang="ru-RU" dirty="0">
                <a:latin typeface="Comic Sans MS" panose="030F0702030302020204" pitchFamily="66" charset="0"/>
              </a:rPr>
              <a:t>; </a:t>
            </a:r>
          </a:p>
          <a:p>
            <a:pPr lvl="0"/>
            <a:r>
              <a:rPr lang="en-US" b="1" i="1" dirty="0">
                <a:latin typeface="Comic Sans MS" panose="030F0702030302020204" pitchFamily="66" charset="0"/>
              </a:rPr>
              <a:t>i </a:t>
            </a:r>
            <a:r>
              <a:rPr lang="en-US" b="1" i="1" dirty="0" err="1">
                <a:latin typeface="Comic Sans MS" panose="030F0702030302020204" pitchFamily="66" charset="0"/>
              </a:rPr>
              <a:t>iteratsiyalar</a:t>
            </a:r>
            <a:r>
              <a:rPr lang="en-US" b="1" i="1" dirty="0">
                <a:latin typeface="Comic Sans MS" panose="030F0702030302020204" pitchFamily="66" charset="0"/>
              </a:rPr>
              <a:t> </a:t>
            </a:r>
            <a:r>
              <a:rPr lang="en-US" b="1" i="1" dirty="0" err="1">
                <a:latin typeface="Comic Sans MS" panose="030F0702030302020204" pitchFamily="66" charset="0"/>
              </a:rPr>
              <a:t>schyotchigi</a:t>
            </a:r>
            <a:r>
              <a:rPr lang="ru-RU" b="1" i="1" dirty="0">
                <a:latin typeface="Comic Sans MS" panose="030F0702030302020204" pitchFamily="66" charset="0"/>
              </a:rPr>
              <a:t> (1),</a:t>
            </a:r>
            <a:r>
              <a:rPr lang="ru-RU" dirty="0">
                <a:latin typeface="Comic Sans MS" panose="030F0702030302020204" pitchFamily="66" charset="0"/>
              </a:rPr>
              <a:t> </a:t>
            </a:r>
            <a:r>
              <a:rPr lang="en-US" dirty="0" err="1">
                <a:latin typeface="Comic Sans MS" panose="030F0702030302020204" pitchFamily="66" charset="0"/>
              </a:rPr>
              <a:t>joriy</a:t>
            </a:r>
            <a:r>
              <a:rPr lang="en-US" dirty="0">
                <a:latin typeface="Comic Sans MS" panose="030F0702030302020204" pitchFamily="66" charset="0"/>
              </a:rPr>
              <a:t> </a:t>
            </a:r>
            <a:r>
              <a:rPr lang="en-US" dirty="0" err="1">
                <a:latin typeface="Comic Sans MS" panose="030F0702030302020204" pitchFamily="66" charset="0"/>
              </a:rPr>
              <a:t>iteratsiyalar</a:t>
            </a:r>
            <a:r>
              <a:rPr lang="en-US" dirty="0">
                <a:latin typeface="Comic Sans MS" panose="030F0702030302020204" pitchFamily="66" charset="0"/>
              </a:rPr>
              <a:t> </a:t>
            </a:r>
            <a:r>
              <a:rPr lang="en-US" dirty="0" err="1">
                <a:latin typeface="Comic Sans MS" panose="030F0702030302020204" pitchFamily="66" charset="0"/>
              </a:rPr>
              <a:t>sonini</a:t>
            </a:r>
            <a:r>
              <a:rPr lang="en-US" dirty="0">
                <a:latin typeface="Comic Sans MS" panose="030F0702030302020204" pitchFamily="66" charset="0"/>
              </a:rPr>
              <a:t> </a:t>
            </a:r>
            <a:r>
              <a:rPr lang="en-US" dirty="0" err="1">
                <a:latin typeface="Comic Sans MS" panose="030F0702030302020204" pitchFamily="66" charset="0"/>
              </a:rPr>
              <a:t>hisoblovchi</a:t>
            </a:r>
            <a:r>
              <a:rPr lang="ru-RU" dirty="0">
                <a:latin typeface="Comic Sans MS" panose="030F0702030302020204" pitchFamily="66" charset="0"/>
              </a:rPr>
              <a:t>; </a:t>
            </a:r>
          </a:p>
        </p:txBody>
      </p:sp>
      <p:pic>
        <p:nvPicPr>
          <p:cNvPr id="19" name="Picture 2428"/>
          <p:cNvPicPr/>
          <p:nvPr/>
        </p:nvPicPr>
        <p:blipFill>
          <a:blip r:embed="rId5"/>
          <a:stretch>
            <a:fillRect/>
          </a:stretch>
        </p:blipFill>
        <p:spPr>
          <a:xfrm>
            <a:off x="6404080" y="3971429"/>
            <a:ext cx="415014" cy="321690"/>
          </a:xfrm>
          <a:prstGeom prst="rect">
            <a:avLst/>
          </a:prstGeom>
        </p:spPr>
      </p:pic>
    </p:spTree>
    <p:extLst>
      <p:ext uri="{BB962C8B-B14F-4D97-AF65-F5344CB8AC3E}">
        <p14:creationId xmlns:p14="http://schemas.microsoft.com/office/powerpoint/2010/main" val="2434850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1909763" y="1"/>
            <a:ext cx="7391400" cy="586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398" tIns="25359" rIns="63398" bIns="25359">
            <a:spAutoFit/>
          </a:bodyPr>
          <a:lstStyle>
            <a:lvl1pPr defTabSz="912813" eaLnBrk="0" hangingPunct="0">
              <a:defRPr>
                <a:solidFill>
                  <a:schemeClr val="tx1"/>
                </a:solidFill>
                <a:latin typeface="Times New Roman" pitchFamily="18" charset="0"/>
              </a:defRPr>
            </a:lvl1pPr>
            <a:lvl2pPr marL="742950" indent="-285750" defTabSz="912813" eaLnBrk="0" hangingPunct="0">
              <a:defRPr>
                <a:solidFill>
                  <a:schemeClr val="tx1"/>
                </a:solidFill>
                <a:latin typeface="Times New Roman" pitchFamily="18" charset="0"/>
              </a:defRPr>
            </a:lvl2pPr>
            <a:lvl3pPr marL="1143000" indent="-228600" defTabSz="912813" eaLnBrk="0" hangingPunct="0">
              <a:defRPr>
                <a:solidFill>
                  <a:schemeClr val="tx1"/>
                </a:solidFill>
                <a:latin typeface="Times New Roman" pitchFamily="18" charset="0"/>
              </a:defRPr>
            </a:lvl3pPr>
            <a:lvl4pPr marL="1600200" indent="-228600" defTabSz="912813" eaLnBrk="0" hangingPunct="0">
              <a:defRPr>
                <a:solidFill>
                  <a:schemeClr val="tx1"/>
                </a:solidFill>
                <a:latin typeface="Times New Roman" pitchFamily="18" charset="0"/>
              </a:defRPr>
            </a:lvl4pPr>
            <a:lvl5pPr marL="2057400" indent="-228600" defTabSz="912813" eaLnBrk="0" hangingPunct="0">
              <a:defRPr>
                <a:solidFill>
                  <a:schemeClr val="tx1"/>
                </a:solidFill>
                <a:latin typeface="Times New Roman" pitchFamily="18" charset="0"/>
              </a:defRPr>
            </a:lvl5pPr>
            <a:lvl6pPr marL="2514600" indent="-228600" defTabSz="912813" eaLnBrk="0" fontAlgn="base" hangingPunct="0">
              <a:spcBef>
                <a:spcPct val="0"/>
              </a:spcBef>
              <a:spcAft>
                <a:spcPct val="0"/>
              </a:spcAft>
              <a:defRPr>
                <a:solidFill>
                  <a:schemeClr val="tx1"/>
                </a:solidFill>
                <a:latin typeface="Times New Roman" pitchFamily="18" charset="0"/>
              </a:defRPr>
            </a:lvl6pPr>
            <a:lvl7pPr marL="2971800" indent="-228600" defTabSz="912813" eaLnBrk="0" fontAlgn="base" hangingPunct="0">
              <a:spcBef>
                <a:spcPct val="0"/>
              </a:spcBef>
              <a:spcAft>
                <a:spcPct val="0"/>
              </a:spcAft>
              <a:defRPr>
                <a:solidFill>
                  <a:schemeClr val="tx1"/>
                </a:solidFill>
                <a:latin typeface="Times New Roman" pitchFamily="18" charset="0"/>
              </a:defRPr>
            </a:lvl7pPr>
            <a:lvl8pPr marL="3429000" indent="-228600" defTabSz="912813" eaLnBrk="0" fontAlgn="base" hangingPunct="0">
              <a:spcBef>
                <a:spcPct val="0"/>
              </a:spcBef>
              <a:spcAft>
                <a:spcPct val="0"/>
              </a:spcAft>
              <a:defRPr>
                <a:solidFill>
                  <a:schemeClr val="tx1"/>
                </a:solidFill>
                <a:latin typeface="Times New Roman" pitchFamily="18" charset="0"/>
              </a:defRPr>
            </a:lvl8pPr>
            <a:lvl9pPr marL="3886200" indent="-228600" defTabSz="912813" eaLnBrk="0" fontAlgn="base" hangingPunct="0">
              <a:spcBef>
                <a:spcPct val="0"/>
              </a:spcBef>
              <a:spcAft>
                <a:spcPct val="0"/>
              </a:spcAft>
              <a:defRPr>
                <a:solidFill>
                  <a:schemeClr val="tx1"/>
                </a:solidFill>
                <a:latin typeface="Times New Roman" pitchFamily="18" charset="0"/>
              </a:defRPr>
            </a:lvl9pPr>
          </a:lstStyle>
          <a:p>
            <a:pPr algn="ctr" eaLnBrk="1" hangingPunct="1">
              <a:lnSpc>
                <a:spcPct val="87000"/>
              </a:lnSpc>
            </a:pPr>
            <a:r>
              <a:rPr lang="en-US" altLang="ru-RU" sz="4000" b="1" dirty="0" err="1">
                <a:solidFill>
                  <a:schemeClr val="tx2"/>
                </a:solidFill>
                <a:latin typeface="Comic Sans MS" panose="030F0702030302020204" pitchFamily="66" charset="0"/>
              </a:rPr>
              <a:t>Tsiklga</a:t>
            </a:r>
            <a:r>
              <a:rPr lang="en-US" altLang="ru-RU" sz="4000" b="1" dirty="0">
                <a:solidFill>
                  <a:schemeClr val="tx2"/>
                </a:solidFill>
                <a:latin typeface="Comic Sans MS" panose="030F0702030302020204" pitchFamily="66" charset="0"/>
              </a:rPr>
              <a:t> </a:t>
            </a:r>
            <a:r>
              <a:rPr lang="en-US" altLang="ru-RU" sz="4000" b="1" dirty="0" err="1">
                <a:solidFill>
                  <a:schemeClr val="tx2"/>
                </a:solidFill>
                <a:latin typeface="Comic Sans MS" panose="030F0702030302020204" pitchFamily="66" charset="0"/>
              </a:rPr>
              <a:t>ulash</a:t>
            </a:r>
            <a:r>
              <a:rPr lang="en-US" altLang="ru-RU" sz="4000" b="1" dirty="0">
                <a:solidFill>
                  <a:schemeClr val="tx2"/>
                </a:solidFill>
                <a:latin typeface="Comic Sans MS" panose="030F0702030302020204" pitchFamily="66" charset="0"/>
              </a:rPr>
              <a:t> </a:t>
            </a:r>
            <a:r>
              <a:rPr lang="en-US" altLang="ru-RU" sz="4000" b="1" dirty="0" err="1">
                <a:solidFill>
                  <a:schemeClr val="tx2"/>
                </a:solidFill>
                <a:latin typeface="Comic Sans MS" panose="030F0702030302020204" pitchFamily="66" charset="0"/>
              </a:rPr>
              <a:t>jarayoni</a:t>
            </a:r>
            <a:endParaRPr lang="en-US" altLang="ru-RU" sz="4000" b="1" dirty="0">
              <a:solidFill>
                <a:schemeClr val="tx2"/>
              </a:solidFill>
              <a:latin typeface="Comic Sans MS" panose="030F0702030302020204" pitchFamily="66" charset="0"/>
            </a:endParaRPr>
          </a:p>
        </p:txBody>
      </p:sp>
      <p:sp>
        <p:nvSpPr>
          <p:cNvPr id="30723" name="Rectangle 3"/>
          <p:cNvSpPr>
            <a:spLocks noChangeArrowheads="1"/>
          </p:cNvSpPr>
          <p:nvPr/>
        </p:nvSpPr>
        <p:spPr bwMode="auto">
          <a:xfrm>
            <a:off x="669303" y="1624013"/>
            <a:ext cx="5892277" cy="868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928" tIns="45964" rIns="91928" bIns="45964">
            <a:spAutoFit/>
          </a:bodyPr>
          <a:lstStyle>
            <a:lvl1pPr defTabSz="912813" eaLnBrk="0" hangingPunct="0">
              <a:defRPr>
                <a:solidFill>
                  <a:schemeClr val="tx1"/>
                </a:solidFill>
                <a:latin typeface="Times New Roman" pitchFamily="18" charset="0"/>
              </a:defRPr>
            </a:lvl1pPr>
            <a:lvl2pPr marL="742950" indent="-285750" defTabSz="912813" eaLnBrk="0" hangingPunct="0">
              <a:defRPr>
                <a:solidFill>
                  <a:schemeClr val="tx1"/>
                </a:solidFill>
                <a:latin typeface="Times New Roman" pitchFamily="18" charset="0"/>
              </a:defRPr>
            </a:lvl2pPr>
            <a:lvl3pPr marL="1143000" indent="-228600" defTabSz="912813" eaLnBrk="0" hangingPunct="0">
              <a:defRPr>
                <a:solidFill>
                  <a:schemeClr val="tx1"/>
                </a:solidFill>
                <a:latin typeface="Times New Roman" pitchFamily="18" charset="0"/>
              </a:defRPr>
            </a:lvl3pPr>
            <a:lvl4pPr marL="1600200" indent="-228600" defTabSz="912813" eaLnBrk="0" hangingPunct="0">
              <a:defRPr>
                <a:solidFill>
                  <a:schemeClr val="tx1"/>
                </a:solidFill>
                <a:latin typeface="Times New Roman" pitchFamily="18" charset="0"/>
              </a:defRPr>
            </a:lvl4pPr>
            <a:lvl5pPr marL="2057400" indent="-228600" defTabSz="912813" eaLnBrk="0" hangingPunct="0">
              <a:defRPr>
                <a:solidFill>
                  <a:schemeClr val="tx1"/>
                </a:solidFill>
                <a:latin typeface="Times New Roman" pitchFamily="18" charset="0"/>
              </a:defRPr>
            </a:lvl5pPr>
            <a:lvl6pPr marL="2514600" indent="-228600" defTabSz="912813" eaLnBrk="0" fontAlgn="base" hangingPunct="0">
              <a:spcBef>
                <a:spcPct val="0"/>
              </a:spcBef>
              <a:spcAft>
                <a:spcPct val="0"/>
              </a:spcAft>
              <a:defRPr>
                <a:solidFill>
                  <a:schemeClr val="tx1"/>
                </a:solidFill>
                <a:latin typeface="Times New Roman" pitchFamily="18" charset="0"/>
              </a:defRPr>
            </a:lvl6pPr>
            <a:lvl7pPr marL="2971800" indent="-228600" defTabSz="912813" eaLnBrk="0" fontAlgn="base" hangingPunct="0">
              <a:spcBef>
                <a:spcPct val="0"/>
              </a:spcBef>
              <a:spcAft>
                <a:spcPct val="0"/>
              </a:spcAft>
              <a:defRPr>
                <a:solidFill>
                  <a:schemeClr val="tx1"/>
                </a:solidFill>
                <a:latin typeface="Times New Roman" pitchFamily="18" charset="0"/>
              </a:defRPr>
            </a:lvl7pPr>
            <a:lvl8pPr marL="3429000" indent="-228600" defTabSz="912813" eaLnBrk="0" fontAlgn="base" hangingPunct="0">
              <a:spcBef>
                <a:spcPct val="0"/>
              </a:spcBef>
              <a:spcAft>
                <a:spcPct val="0"/>
              </a:spcAft>
              <a:defRPr>
                <a:solidFill>
                  <a:schemeClr val="tx1"/>
                </a:solidFill>
                <a:latin typeface="Times New Roman" pitchFamily="18" charset="0"/>
              </a:defRPr>
            </a:lvl8pPr>
            <a:lvl9pPr marL="3886200" indent="-228600" defTabSz="912813" eaLnBrk="0" fontAlgn="base" hangingPunct="0">
              <a:spcBef>
                <a:spcPct val="0"/>
              </a:spcBef>
              <a:spcAft>
                <a:spcPct val="0"/>
              </a:spcAft>
              <a:defRPr>
                <a:solidFill>
                  <a:schemeClr val="tx1"/>
                </a:solidFill>
                <a:latin typeface="Times New Roman" pitchFamily="18" charset="0"/>
              </a:defRPr>
            </a:lvl9pPr>
          </a:lstStyle>
          <a:p>
            <a:pPr>
              <a:lnSpc>
                <a:spcPct val="90000"/>
              </a:lnSpc>
            </a:pPr>
            <a:r>
              <a:rPr lang="en-US" altLang="ru-RU" sz="2800" dirty="0">
                <a:latin typeface="Comic Sans MS" panose="030F0702030302020204" pitchFamily="66" charset="0"/>
              </a:rPr>
              <a:t>1. Programming/ “</a:t>
            </a:r>
            <a:r>
              <a:rPr lang="en-US" altLang="ru-RU" sz="2800" dirty="0" err="1">
                <a:latin typeface="Comic Sans MS" panose="030F0702030302020204" pitchFamily="66" charset="0"/>
              </a:rPr>
              <a:t>Struktura”yoki</a:t>
            </a:r>
            <a:r>
              <a:rPr lang="en-US" altLang="ru-RU" sz="2800" dirty="0">
                <a:latin typeface="Comic Sans MS" panose="030F0702030302020204" pitchFamily="66" charset="0"/>
              </a:rPr>
              <a:t> Express/While Loop dan </a:t>
            </a:r>
            <a:r>
              <a:rPr lang="en-US" altLang="ru-RU" sz="2800" dirty="0" err="1">
                <a:latin typeface="Comic Sans MS" panose="030F0702030302020204" pitchFamily="66" charset="0"/>
              </a:rPr>
              <a:t>olish</a:t>
            </a:r>
            <a:endParaRPr lang="en-US" altLang="ru-RU" sz="2800" dirty="0">
              <a:latin typeface="Comic Sans MS" panose="030F0702030302020204" pitchFamily="66" charset="0"/>
            </a:endParaRPr>
          </a:p>
        </p:txBody>
      </p:sp>
      <p:sp>
        <p:nvSpPr>
          <p:cNvPr id="30724" name="Rectangle 4"/>
          <p:cNvSpPr>
            <a:spLocks noChangeArrowheads="1"/>
          </p:cNvSpPr>
          <p:nvPr/>
        </p:nvSpPr>
        <p:spPr bwMode="auto">
          <a:xfrm>
            <a:off x="6094413" y="893763"/>
            <a:ext cx="4903290" cy="480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928" tIns="45964" rIns="91928" bIns="45964">
            <a:spAutoFit/>
          </a:bodyPr>
          <a:lstStyle>
            <a:lvl1pPr defTabSz="912813" eaLnBrk="0" hangingPunct="0">
              <a:defRPr>
                <a:solidFill>
                  <a:schemeClr val="tx1"/>
                </a:solidFill>
                <a:latin typeface="Times New Roman" pitchFamily="18" charset="0"/>
              </a:defRPr>
            </a:lvl1pPr>
            <a:lvl2pPr marL="742950" indent="-285750" defTabSz="912813" eaLnBrk="0" hangingPunct="0">
              <a:defRPr>
                <a:solidFill>
                  <a:schemeClr val="tx1"/>
                </a:solidFill>
                <a:latin typeface="Times New Roman" pitchFamily="18" charset="0"/>
              </a:defRPr>
            </a:lvl2pPr>
            <a:lvl3pPr marL="1143000" indent="-228600" defTabSz="912813" eaLnBrk="0" hangingPunct="0">
              <a:defRPr>
                <a:solidFill>
                  <a:schemeClr val="tx1"/>
                </a:solidFill>
                <a:latin typeface="Times New Roman" pitchFamily="18" charset="0"/>
              </a:defRPr>
            </a:lvl3pPr>
            <a:lvl4pPr marL="1600200" indent="-228600" defTabSz="912813" eaLnBrk="0" hangingPunct="0">
              <a:defRPr>
                <a:solidFill>
                  <a:schemeClr val="tx1"/>
                </a:solidFill>
                <a:latin typeface="Times New Roman" pitchFamily="18" charset="0"/>
              </a:defRPr>
            </a:lvl4pPr>
            <a:lvl5pPr marL="2057400" indent="-228600" defTabSz="912813" eaLnBrk="0" hangingPunct="0">
              <a:defRPr>
                <a:solidFill>
                  <a:schemeClr val="tx1"/>
                </a:solidFill>
                <a:latin typeface="Times New Roman" pitchFamily="18" charset="0"/>
              </a:defRPr>
            </a:lvl5pPr>
            <a:lvl6pPr marL="2514600" indent="-228600" defTabSz="912813" eaLnBrk="0" fontAlgn="base" hangingPunct="0">
              <a:spcBef>
                <a:spcPct val="0"/>
              </a:spcBef>
              <a:spcAft>
                <a:spcPct val="0"/>
              </a:spcAft>
              <a:defRPr>
                <a:solidFill>
                  <a:schemeClr val="tx1"/>
                </a:solidFill>
                <a:latin typeface="Times New Roman" pitchFamily="18" charset="0"/>
              </a:defRPr>
            </a:lvl6pPr>
            <a:lvl7pPr marL="2971800" indent="-228600" defTabSz="912813" eaLnBrk="0" fontAlgn="base" hangingPunct="0">
              <a:spcBef>
                <a:spcPct val="0"/>
              </a:spcBef>
              <a:spcAft>
                <a:spcPct val="0"/>
              </a:spcAft>
              <a:defRPr>
                <a:solidFill>
                  <a:schemeClr val="tx1"/>
                </a:solidFill>
                <a:latin typeface="Times New Roman" pitchFamily="18" charset="0"/>
              </a:defRPr>
            </a:lvl7pPr>
            <a:lvl8pPr marL="3429000" indent="-228600" defTabSz="912813" eaLnBrk="0" fontAlgn="base" hangingPunct="0">
              <a:spcBef>
                <a:spcPct val="0"/>
              </a:spcBef>
              <a:spcAft>
                <a:spcPct val="0"/>
              </a:spcAft>
              <a:defRPr>
                <a:solidFill>
                  <a:schemeClr val="tx1"/>
                </a:solidFill>
                <a:latin typeface="Times New Roman" pitchFamily="18" charset="0"/>
              </a:defRPr>
            </a:lvl8pPr>
            <a:lvl9pPr marL="3886200" indent="-228600" defTabSz="912813" eaLnBrk="0" fontAlgn="base" hangingPunct="0">
              <a:spcBef>
                <a:spcPct val="0"/>
              </a:spcBef>
              <a:spcAft>
                <a:spcPct val="0"/>
              </a:spcAft>
              <a:defRPr>
                <a:solidFill>
                  <a:schemeClr val="tx1"/>
                </a:solidFill>
                <a:latin typeface="Times New Roman" pitchFamily="18" charset="0"/>
              </a:defRPr>
            </a:lvl9pPr>
          </a:lstStyle>
          <a:p>
            <a:pPr>
              <a:lnSpc>
                <a:spcPct val="90000"/>
              </a:lnSpc>
            </a:pPr>
            <a:r>
              <a:rPr lang="en-US" altLang="ru-RU" sz="2800" dirty="0">
                <a:latin typeface="Comic Sans MS" panose="030F0702030302020204" pitchFamily="66" charset="0"/>
              </a:rPr>
              <a:t>2. </a:t>
            </a:r>
            <a:r>
              <a:rPr lang="en-US" altLang="ru-RU" sz="2800" dirty="0" err="1">
                <a:latin typeface="Comic Sans MS" panose="030F0702030302020204" pitchFamily="66" charset="0"/>
              </a:rPr>
              <a:t>Berilgan</a:t>
            </a:r>
            <a:r>
              <a:rPr lang="en-US" altLang="ru-RU" sz="2800" dirty="0">
                <a:latin typeface="Comic Sans MS" panose="030F0702030302020204" pitchFamily="66" charset="0"/>
              </a:rPr>
              <a:t> </a:t>
            </a:r>
            <a:r>
              <a:rPr lang="en-US" altLang="ru-RU" sz="2800" dirty="0" err="1">
                <a:latin typeface="Comic Sans MS" panose="030F0702030302020204" pitchFamily="66" charset="0"/>
              </a:rPr>
              <a:t>kodni</a:t>
            </a:r>
            <a:r>
              <a:rPr lang="en-US" altLang="ru-RU" sz="2800" dirty="0">
                <a:latin typeface="Comic Sans MS" panose="030F0702030302020204" pitchFamily="66" charset="0"/>
              </a:rPr>
              <a:t> </a:t>
            </a:r>
            <a:r>
              <a:rPr lang="en-US" altLang="ru-RU" sz="2800" dirty="0" err="1">
                <a:latin typeface="Comic Sans MS" panose="030F0702030302020204" pitchFamily="66" charset="0"/>
              </a:rPr>
              <a:t>ichiga</a:t>
            </a:r>
            <a:r>
              <a:rPr lang="en-US" altLang="ru-RU" sz="2800" dirty="0">
                <a:latin typeface="Comic Sans MS" panose="030F0702030302020204" pitchFamily="66" charset="0"/>
              </a:rPr>
              <a:t> </a:t>
            </a:r>
            <a:r>
              <a:rPr lang="en-US" altLang="ru-RU" sz="2800" dirty="0" err="1">
                <a:latin typeface="Comic Sans MS" panose="030F0702030302020204" pitchFamily="66" charset="0"/>
              </a:rPr>
              <a:t>olish</a:t>
            </a:r>
            <a:endParaRPr lang="en-US" altLang="ru-RU" sz="2800" dirty="0">
              <a:latin typeface="Comic Sans MS" panose="030F0702030302020204" pitchFamily="66" charset="0"/>
            </a:endParaRPr>
          </a:p>
        </p:txBody>
      </p:sp>
      <p:sp>
        <p:nvSpPr>
          <p:cNvPr id="30725" name="Rectangle 5"/>
          <p:cNvSpPr>
            <a:spLocks noChangeArrowheads="1"/>
          </p:cNvSpPr>
          <p:nvPr/>
        </p:nvSpPr>
        <p:spPr bwMode="auto">
          <a:xfrm>
            <a:off x="6100699" y="3385344"/>
            <a:ext cx="5205412" cy="868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928" tIns="45964" rIns="91928" bIns="45964">
            <a:spAutoFit/>
          </a:bodyPr>
          <a:lstStyle>
            <a:lvl1pPr defTabSz="912813" eaLnBrk="0" hangingPunct="0">
              <a:defRPr>
                <a:solidFill>
                  <a:schemeClr val="tx1"/>
                </a:solidFill>
                <a:latin typeface="Times New Roman" pitchFamily="18" charset="0"/>
              </a:defRPr>
            </a:lvl1pPr>
            <a:lvl2pPr marL="742950" indent="-285750" defTabSz="912813" eaLnBrk="0" hangingPunct="0">
              <a:defRPr>
                <a:solidFill>
                  <a:schemeClr val="tx1"/>
                </a:solidFill>
                <a:latin typeface="Times New Roman" pitchFamily="18" charset="0"/>
              </a:defRPr>
            </a:lvl2pPr>
            <a:lvl3pPr marL="1143000" indent="-228600" defTabSz="912813" eaLnBrk="0" hangingPunct="0">
              <a:defRPr>
                <a:solidFill>
                  <a:schemeClr val="tx1"/>
                </a:solidFill>
                <a:latin typeface="Times New Roman" pitchFamily="18" charset="0"/>
              </a:defRPr>
            </a:lvl3pPr>
            <a:lvl4pPr marL="1600200" indent="-228600" defTabSz="912813" eaLnBrk="0" hangingPunct="0">
              <a:defRPr>
                <a:solidFill>
                  <a:schemeClr val="tx1"/>
                </a:solidFill>
                <a:latin typeface="Times New Roman" pitchFamily="18" charset="0"/>
              </a:defRPr>
            </a:lvl4pPr>
            <a:lvl5pPr marL="2057400" indent="-228600" defTabSz="912813" eaLnBrk="0" hangingPunct="0">
              <a:defRPr>
                <a:solidFill>
                  <a:schemeClr val="tx1"/>
                </a:solidFill>
                <a:latin typeface="Times New Roman" pitchFamily="18" charset="0"/>
              </a:defRPr>
            </a:lvl5pPr>
            <a:lvl6pPr marL="2514600" indent="-228600" defTabSz="912813" eaLnBrk="0" fontAlgn="base" hangingPunct="0">
              <a:spcBef>
                <a:spcPct val="0"/>
              </a:spcBef>
              <a:spcAft>
                <a:spcPct val="0"/>
              </a:spcAft>
              <a:defRPr>
                <a:solidFill>
                  <a:schemeClr val="tx1"/>
                </a:solidFill>
                <a:latin typeface="Times New Roman" pitchFamily="18" charset="0"/>
              </a:defRPr>
            </a:lvl6pPr>
            <a:lvl7pPr marL="2971800" indent="-228600" defTabSz="912813" eaLnBrk="0" fontAlgn="base" hangingPunct="0">
              <a:spcBef>
                <a:spcPct val="0"/>
              </a:spcBef>
              <a:spcAft>
                <a:spcPct val="0"/>
              </a:spcAft>
              <a:defRPr>
                <a:solidFill>
                  <a:schemeClr val="tx1"/>
                </a:solidFill>
                <a:latin typeface="Times New Roman" pitchFamily="18" charset="0"/>
              </a:defRPr>
            </a:lvl7pPr>
            <a:lvl8pPr marL="3429000" indent="-228600" defTabSz="912813" eaLnBrk="0" fontAlgn="base" hangingPunct="0">
              <a:spcBef>
                <a:spcPct val="0"/>
              </a:spcBef>
              <a:spcAft>
                <a:spcPct val="0"/>
              </a:spcAft>
              <a:defRPr>
                <a:solidFill>
                  <a:schemeClr val="tx1"/>
                </a:solidFill>
                <a:latin typeface="Times New Roman" pitchFamily="18" charset="0"/>
              </a:defRPr>
            </a:lvl8pPr>
            <a:lvl9pPr marL="3886200" indent="-228600" defTabSz="912813" eaLnBrk="0" fontAlgn="base" hangingPunct="0">
              <a:spcBef>
                <a:spcPct val="0"/>
              </a:spcBef>
              <a:spcAft>
                <a:spcPct val="0"/>
              </a:spcAft>
              <a:defRPr>
                <a:solidFill>
                  <a:schemeClr val="tx1"/>
                </a:solidFill>
                <a:latin typeface="Times New Roman" pitchFamily="18" charset="0"/>
              </a:defRPr>
            </a:lvl9pPr>
          </a:lstStyle>
          <a:p>
            <a:pPr algn="ctr">
              <a:lnSpc>
                <a:spcPct val="90000"/>
              </a:lnSpc>
            </a:pPr>
            <a:r>
              <a:rPr lang="en-US" altLang="ru-RU" sz="2800" dirty="0">
                <a:latin typeface="Comic Sans MS" panose="030F0702030302020204" pitchFamily="66" charset="0"/>
              </a:rPr>
              <a:t>3. </a:t>
            </a:r>
            <a:r>
              <a:rPr lang="ru-RU" altLang="ru-RU" sz="2800" dirty="0">
                <a:latin typeface="Comic Sans MS" panose="030F0702030302020204" pitchFamily="66" charset="0"/>
              </a:rPr>
              <a:t> </a:t>
            </a:r>
            <a:r>
              <a:rPr lang="en-US" altLang="ru-RU" sz="2800" dirty="0" err="1">
                <a:latin typeface="Comic Sans MS" panose="030F0702030302020204" pitchFamily="66" charset="0"/>
              </a:rPr>
              <a:t>Yoki</a:t>
            </a:r>
            <a:r>
              <a:rPr lang="en-US" altLang="ru-RU" sz="2800" dirty="0">
                <a:latin typeface="Comic Sans MS" panose="030F0702030302020204" pitchFamily="66" charset="0"/>
              </a:rPr>
              <a:t> </a:t>
            </a:r>
            <a:r>
              <a:rPr lang="en-US" altLang="ru-RU" sz="2800" dirty="0" err="1">
                <a:latin typeface="Comic Sans MS" panose="030F0702030302020204" pitchFamily="66" charset="0"/>
              </a:rPr>
              <a:t>avval</a:t>
            </a:r>
            <a:r>
              <a:rPr lang="en-US" altLang="ru-RU" sz="2800" dirty="0">
                <a:latin typeface="Comic Sans MS" panose="030F0702030302020204" pitchFamily="66" charset="0"/>
              </a:rPr>
              <a:t> </a:t>
            </a:r>
            <a:r>
              <a:rPr lang="en-US" altLang="ru-RU" sz="2800" dirty="0" err="1">
                <a:latin typeface="Comic Sans MS" panose="030F0702030302020204" pitchFamily="66" charset="0"/>
              </a:rPr>
              <a:t>tsikl</a:t>
            </a:r>
            <a:r>
              <a:rPr lang="en-US" altLang="ru-RU" sz="2800" dirty="0">
                <a:latin typeface="Comic Sans MS" panose="030F0702030302020204" pitchFamily="66" charset="0"/>
              </a:rPr>
              <a:t> </a:t>
            </a:r>
            <a:r>
              <a:rPr lang="en-US" altLang="ru-RU" sz="2800" dirty="0" err="1">
                <a:latin typeface="Comic Sans MS" panose="030F0702030302020204" pitchFamily="66" charset="0"/>
              </a:rPr>
              <a:t>ramkasini</a:t>
            </a:r>
            <a:r>
              <a:rPr lang="en-US" altLang="ru-RU" sz="2800" dirty="0">
                <a:latin typeface="Comic Sans MS" panose="030F0702030302020204" pitchFamily="66" charset="0"/>
              </a:rPr>
              <a:t> </a:t>
            </a:r>
            <a:r>
              <a:rPr lang="en-US" altLang="ru-RU" sz="2800" dirty="0" err="1">
                <a:latin typeface="Comic Sans MS" panose="030F0702030302020204" pitchFamily="66" charset="0"/>
              </a:rPr>
              <a:t>qo’yib</a:t>
            </a:r>
            <a:r>
              <a:rPr lang="en-US" altLang="ru-RU" sz="2800" dirty="0">
                <a:latin typeface="Comic Sans MS" panose="030F0702030302020204" pitchFamily="66" charset="0"/>
              </a:rPr>
              <a:t> </a:t>
            </a:r>
            <a:r>
              <a:rPr lang="en-US" altLang="ru-RU" sz="2800" dirty="0" err="1">
                <a:latin typeface="Comic Sans MS" panose="030F0702030302020204" pitchFamily="66" charset="0"/>
              </a:rPr>
              <a:t>ichiga</a:t>
            </a:r>
            <a:r>
              <a:rPr lang="en-US" altLang="ru-RU" sz="2800" dirty="0">
                <a:latin typeface="Comic Sans MS" panose="030F0702030302020204" pitchFamily="66" charset="0"/>
              </a:rPr>
              <a:t> </a:t>
            </a:r>
            <a:r>
              <a:rPr lang="en-US" altLang="ru-RU" sz="2800" dirty="0" err="1">
                <a:latin typeface="Comic Sans MS" panose="030F0702030302020204" pitchFamily="66" charset="0"/>
              </a:rPr>
              <a:t>kodni</a:t>
            </a:r>
            <a:r>
              <a:rPr lang="en-US" altLang="ru-RU" sz="2800" dirty="0">
                <a:latin typeface="Comic Sans MS" panose="030F0702030302020204" pitchFamily="66" charset="0"/>
              </a:rPr>
              <a:t> </a:t>
            </a:r>
            <a:r>
              <a:rPr lang="en-US" altLang="ru-RU" sz="2800" dirty="0" err="1">
                <a:latin typeface="Comic Sans MS" panose="030F0702030302020204" pitchFamily="66" charset="0"/>
              </a:rPr>
              <a:t>kiritish</a:t>
            </a:r>
            <a:endParaRPr lang="en-US" altLang="ru-RU" sz="2800" dirty="0">
              <a:latin typeface="Comic Sans MS" panose="030F0702030302020204" pitchFamily="66" charset="0"/>
            </a:endParaRPr>
          </a:p>
        </p:txBody>
      </p:sp>
      <p:sp>
        <p:nvSpPr>
          <p:cNvPr id="30726" name="Rectangle 6"/>
          <p:cNvSpPr>
            <a:spLocks noChangeArrowheads="1"/>
          </p:cNvSpPr>
          <p:nvPr/>
        </p:nvSpPr>
        <p:spPr bwMode="auto">
          <a:xfrm>
            <a:off x="9351963" y="3352800"/>
            <a:ext cx="228600" cy="146050"/>
          </a:xfrm>
          <a:prstGeom prst="rect">
            <a:avLst/>
          </a:prstGeom>
          <a:noFill/>
          <a:ln w="9525">
            <a:solidFill>
              <a:schemeClr val="bg1"/>
            </a:solidFill>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294" tIns="45647" rIns="91294" bIns="45647" anchor="ctr"/>
          <a:lstStyle>
            <a:lvl1pPr defTabSz="912813" eaLnBrk="0" hangingPunct="0">
              <a:defRPr>
                <a:solidFill>
                  <a:schemeClr val="tx1"/>
                </a:solidFill>
                <a:latin typeface="Times New Roman" pitchFamily="18" charset="0"/>
              </a:defRPr>
            </a:lvl1pPr>
            <a:lvl2pPr marL="742950" indent="-285750" defTabSz="912813" eaLnBrk="0" hangingPunct="0">
              <a:defRPr>
                <a:solidFill>
                  <a:schemeClr val="tx1"/>
                </a:solidFill>
                <a:latin typeface="Times New Roman" pitchFamily="18" charset="0"/>
              </a:defRPr>
            </a:lvl2pPr>
            <a:lvl3pPr marL="1143000" indent="-228600" defTabSz="912813" eaLnBrk="0" hangingPunct="0">
              <a:defRPr>
                <a:solidFill>
                  <a:schemeClr val="tx1"/>
                </a:solidFill>
                <a:latin typeface="Times New Roman" pitchFamily="18" charset="0"/>
              </a:defRPr>
            </a:lvl3pPr>
            <a:lvl4pPr marL="1600200" indent="-228600" defTabSz="912813" eaLnBrk="0" hangingPunct="0">
              <a:defRPr>
                <a:solidFill>
                  <a:schemeClr val="tx1"/>
                </a:solidFill>
                <a:latin typeface="Times New Roman" pitchFamily="18" charset="0"/>
              </a:defRPr>
            </a:lvl4pPr>
            <a:lvl5pPr marL="2057400" indent="-228600" defTabSz="912813" eaLnBrk="0" hangingPunct="0">
              <a:defRPr>
                <a:solidFill>
                  <a:schemeClr val="tx1"/>
                </a:solidFill>
                <a:latin typeface="Times New Roman" pitchFamily="18" charset="0"/>
              </a:defRPr>
            </a:lvl5pPr>
            <a:lvl6pPr marL="2514600" indent="-228600" defTabSz="912813" eaLnBrk="0" fontAlgn="base" hangingPunct="0">
              <a:spcBef>
                <a:spcPct val="0"/>
              </a:spcBef>
              <a:spcAft>
                <a:spcPct val="0"/>
              </a:spcAft>
              <a:defRPr>
                <a:solidFill>
                  <a:schemeClr val="tx1"/>
                </a:solidFill>
                <a:latin typeface="Times New Roman" pitchFamily="18" charset="0"/>
              </a:defRPr>
            </a:lvl6pPr>
            <a:lvl7pPr marL="2971800" indent="-228600" defTabSz="912813" eaLnBrk="0" fontAlgn="base" hangingPunct="0">
              <a:spcBef>
                <a:spcPct val="0"/>
              </a:spcBef>
              <a:spcAft>
                <a:spcPct val="0"/>
              </a:spcAft>
              <a:defRPr>
                <a:solidFill>
                  <a:schemeClr val="tx1"/>
                </a:solidFill>
                <a:latin typeface="Times New Roman" pitchFamily="18" charset="0"/>
              </a:defRPr>
            </a:lvl7pPr>
            <a:lvl8pPr marL="3429000" indent="-228600" defTabSz="912813" eaLnBrk="0" fontAlgn="base" hangingPunct="0">
              <a:spcBef>
                <a:spcPct val="0"/>
              </a:spcBef>
              <a:spcAft>
                <a:spcPct val="0"/>
              </a:spcAft>
              <a:defRPr>
                <a:solidFill>
                  <a:schemeClr val="tx1"/>
                </a:solidFill>
                <a:latin typeface="Times New Roman" pitchFamily="18" charset="0"/>
              </a:defRPr>
            </a:lvl8pPr>
            <a:lvl9pPr marL="3886200" indent="-228600" defTabSz="912813" eaLnBrk="0" fontAlgn="base" hangingPunct="0">
              <a:spcBef>
                <a:spcPct val="0"/>
              </a:spcBef>
              <a:spcAft>
                <a:spcPct val="0"/>
              </a:spcAft>
              <a:defRPr>
                <a:solidFill>
                  <a:schemeClr val="tx1"/>
                </a:solidFill>
                <a:latin typeface="Times New Roman" pitchFamily="18" charset="0"/>
              </a:defRPr>
            </a:lvl9pPr>
          </a:lstStyle>
          <a:p>
            <a:pPr algn="ctr" eaLnBrk="1" hangingPunct="1">
              <a:lnSpc>
                <a:spcPct val="87000"/>
              </a:lnSpc>
            </a:pPr>
            <a:endParaRPr lang="sr-Cyrl-CS" altLang="ru-RU" sz="1000" i="1">
              <a:solidFill>
                <a:schemeClr val="bg1"/>
              </a:solidFill>
            </a:endParaRPr>
          </a:p>
        </p:txBody>
      </p:sp>
      <p:sp>
        <p:nvSpPr>
          <p:cNvPr id="30727" name="Rectangle 7"/>
          <p:cNvSpPr>
            <a:spLocks noChangeArrowheads="1"/>
          </p:cNvSpPr>
          <p:nvPr/>
        </p:nvSpPr>
        <p:spPr bwMode="auto">
          <a:xfrm>
            <a:off x="9351963" y="3348038"/>
            <a:ext cx="152400" cy="74612"/>
          </a:xfrm>
          <a:prstGeom prst="rect">
            <a:avLst/>
          </a:prstGeom>
          <a:noFill/>
          <a:ln w="9525">
            <a:solidFill>
              <a:schemeClr val="bg1"/>
            </a:solidFill>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endParaRPr lang="ru-RU" altLang="ru-RU"/>
          </a:p>
        </p:txBody>
      </p:sp>
      <p:pic>
        <p:nvPicPr>
          <p:cNvPr id="30728"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8276" y="4197351"/>
            <a:ext cx="4149725" cy="2424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29" name="Picture 9"/>
          <p:cNvPicPr>
            <a:picLocks noChangeAspect="1" noChangeArrowheads="1"/>
          </p:cNvPicPr>
          <p:nvPr/>
        </p:nvPicPr>
        <p:blipFill>
          <a:blip r:embed="rId4">
            <a:extLst>
              <a:ext uri="{28A0092B-C50C-407E-A947-70E740481C1C}">
                <a14:useLocalDpi xmlns:a14="http://schemas.microsoft.com/office/drawing/2010/main" val="0"/>
              </a:ext>
            </a:extLst>
          </a:blip>
          <a:srcRect b="1276"/>
          <a:stretch>
            <a:fillRect/>
          </a:stretch>
        </p:blipFill>
        <p:spPr bwMode="auto">
          <a:xfrm>
            <a:off x="6481764" y="1297964"/>
            <a:ext cx="4186237" cy="213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30" name="Picture 10" descr="Execution control palette LV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37440" y="2422862"/>
            <a:ext cx="3124200" cy="430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981200" y="274639"/>
            <a:ext cx="8229600" cy="504825"/>
          </a:xfrm>
        </p:spPr>
        <p:txBody>
          <a:bodyPr>
            <a:normAutofit fontScale="90000"/>
          </a:bodyPr>
          <a:lstStyle/>
          <a:p>
            <a:pPr eaLnBrk="1" hangingPunct="1"/>
            <a:r>
              <a:rPr lang="en-US" altLang="ru-RU" sz="4000" dirty="0" err="1"/>
              <a:t>Tsiklni</a:t>
            </a:r>
            <a:r>
              <a:rPr lang="en-US" altLang="ru-RU" sz="4000" dirty="0"/>
              <a:t> </a:t>
            </a:r>
            <a:r>
              <a:rPr lang="en-US" altLang="ru-RU" sz="4000" dirty="0" err="1"/>
              <a:t>bajarilishini</a:t>
            </a:r>
            <a:r>
              <a:rPr lang="en-US" altLang="ru-RU" sz="4000" dirty="0"/>
              <a:t> </a:t>
            </a:r>
            <a:r>
              <a:rPr lang="en-US" altLang="ru-RU" sz="4000" dirty="0" err="1"/>
              <a:t>vaqt</a:t>
            </a:r>
            <a:r>
              <a:rPr lang="en-US" altLang="ru-RU" sz="4000" dirty="0"/>
              <a:t> </a:t>
            </a:r>
            <a:r>
              <a:rPr lang="en-US" altLang="ru-RU" sz="4000" dirty="0" err="1"/>
              <a:t>bilan</a:t>
            </a:r>
            <a:r>
              <a:rPr lang="en-US" altLang="ru-RU" sz="4000" dirty="0"/>
              <a:t> </a:t>
            </a:r>
            <a:r>
              <a:rPr lang="en-US" altLang="ru-RU" sz="4000" dirty="0" err="1"/>
              <a:t>boshqarish</a:t>
            </a:r>
            <a:endParaRPr lang="en-US" altLang="ru-RU" sz="4000" u="sng" dirty="0"/>
          </a:p>
        </p:txBody>
      </p:sp>
      <p:sp>
        <p:nvSpPr>
          <p:cNvPr id="50179" name="Rectangle 3"/>
          <p:cNvSpPr>
            <a:spLocks noGrp="1" noChangeArrowheads="1"/>
          </p:cNvSpPr>
          <p:nvPr>
            <p:ph type="body" sz="half" idx="1"/>
          </p:nvPr>
        </p:nvSpPr>
        <p:spPr>
          <a:xfrm>
            <a:off x="1905000" y="1009651"/>
            <a:ext cx="8415338" cy="2265363"/>
          </a:xfrm>
        </p:spPr>
        <p:txBody>
          <a:bodyPr/>
          <a:lstStyle/>
          <a:p>
            <a:pPr>
              <a:buNone/>
            </a:pPr>
            <a:r>
              <a:rPr lang="en-US" altLang="ru-RU" sz="2400" dirty="0"/>
              <a:t>1. </a:t>
            </a:r>
            <a:r>
              <a:rPr lang="en-US" altLang="ru-RU" sz="2400" dirty="0" err="1"/>
              <a:t>Vaqtni</a:t>
            </a:r>
            <a:r>
              <a:rPr lang="en-US" altLang="ru-RU" sz="2400" dirty="0"/>
              <a:t> </a:t>
            </a:r>
            <a:r>
              <a:rPr lang="en-US" altLang="ru-RU" sz="2400" dirty="0" err="1"/>
              <a:t>ushlab</a:t>
            </a:r>
            <a:r>
              <a:rPr lang="en-US" altLang="ru-RU" sz="2400" dirty="0"/>
              <a:t> </a:t>
            </a:r>
            <a:r>
              <a:rPr lang="en-US" altLang="ru-RU" sz="2400" dirty="0" err="1"/>
              <a:t>turishni</a:t>
            </a:r>
            <a:r>
              <a:rPr lang="en-US" altLang="ru-RU" sz="2400" dirty="0"/>
              <a:t>, </a:t>
            </a:r>
            <a:r>
              <a:rPr lang="en-US" altLang="ru-RU" sz="2400" dirty="0" err="1"/>
              <a:t>yani</a:t>
            </a:r>
            <a:r>
              <a:rPr lang="en-US" altLang="ru-RU" sz="2400" dirty="0"/>
              <a:t> </a:t>
            </a:r>
            <a:r>
              <a:rPr lang="en-US" altLang="ru-RU" sz="2400" dirty="0" err="1"/>
              <a:t>kutishni</a:t>
            </a:r>
            <a:r>
              <a:rPr lang="en-US" altLang="ru-RU" sz="2400" dirty="0"/>
              <a:t> </a:t>
            </a:r>
            <a:r>
              <a:rPr lang="en-US" altLang="ru-RU" sz="2400" dirty="0" err="1"/>
              <a:t>amalga</a:t>
            </a:r>
            <a:r>
              <a:rPr lang="en-US" altLang="ru-RU" sz="2400" dirty="0"/>
              <a:t> </a:t>
            </a:r>
            <a:r>
              <a:rPr lang="en-US" altLang="ru-RU" sz="2400" dirty="0" err="1"/>
              <a:t>oshirish</a:t>
            </a:r>
            <a:endParaRPr lang="en-US" altLang="ru-RU" sz="2400" dirty="0"/>
          </a:p>
          <a:p>
            <a:pPr>
              <a:buNone/>
            </a:pPr>
            <a:endParaRPr lang="en-US" altLang="ru-RU" sz="2000" dirty="0"/>
          </a:p>
        </p:txBody>
      </p:sp>
      <p:sp>
        <p:nvSpPr>
          <p:cNvPr id="50182" name="Rectangle 6"/>
          <p:cNvSpPr>
            <a:spLocks noChangeArrowheads="1"/>
          </p:cNvSpPr>
          <p:nvPr/>
        </p:nvSpPr>
        <p:spPr bwMode="auto">
          <a:xfrm>
            <a:off x="6827839" y="5541964"/>
            <a:ext cx="199072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algn="ctr"/>
            <a:r>
              <a:rPr lang="ru-RU" altLang="ru-RU" sz="2000"/>
              <a:t>Временной цикл</a:t>
            </a:r>
            <a:endParaRPr lang="en-US" altLang="ru-RU" sz="2000"/>
          </a:p>
        </p:txBody>
      </p:sp>
      <p:sp>
        <p:nvSpPr>
          <p:cNvPr id="50183" name="Rectangle 7"/>
          <p:cNvSpPr>
            <a:spLocks noChangeArrowheads="1"/>
          </p:cNvSpPr>
          <p:nvPr/>
        </p:nvSpPr>
        <p:spPr bwMode="auto">
          <a:xfrm>
            <a:off x="2400301" y="5541964"/>
            <a:ext cx="217487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algn="ctr"/>
            <a:r>
              <a:rPr lang="ru-RU" altLang="ru-RU" sz="2000"/>
              <a:t>Задержка времени</a:t>
            </a:r>
            <a:endParaRPr lang="en-US" altLang="ru-RU" sz="2000"/>
          </a:p>
        </p:txBody>
      </p:sp>
      <p:pic>
        <p:nvPicPr>
          <p:cNvPr id="3" name="Рисунок 2">
            <a:extLst>
              <a:ext uri="{FF2B5EF4-FFF2-40B4-BE49-F238E27FC236}">
                <a16:creationId xmlns:a16="http://schemas.microsoft.com/office/drawing/2014/main" id="{64029CFD-A292-ED5D-D284-F40F979076C4}"/>
              </a:ext>
            </a:extLst>
          </p:cNvPr>
          <p:cNvPicPr>
            <a:picLocks noChangeAspect="1"/>
          </p:cNvPicPr>
          <p:nvPr/>
        </p:nvPicPr>
        <p:blipFill>
          <a:blip r:embed="rId3"/>
          <a:stretch>
            <a:fillRect/>
          </a:stretch>
        </p:blipFill>
        <p:spPr>
          <a:xfrm>
            <a:off x="642879" y="2142332"/>
            <a:ext cx="4721283" cy="4375660"/>
          </a:xfrm>
          <a:prstGeom prst="rect">
            <a:avLst/>
          </a:prstGeom>
        </p:spPr>
      </p:pic>
      <p:pic>
        <p:nvPicPr>
          <p:cNvPr id="5" name="Рисунок 4">
            <a:extLst>
              <a:ext uri="{FF2B5EF4-FFF2-40B4-BE49-F238E27FC236}">
                <a16:creationId xmlns:a16="http://schemas.microsoft.com/office/drawing/2014/main" id="{9AB971A0-8344-C9ED-7D21-BC2AD36E7256}"/>
              </a:ext>
            </a:extLst>
          </p:cNvPr>
          <p:cNvPicPr>
            <a:picLocks noChangeAspect="1"/>
          </p:cNvPicPr>
          <p:nvPr/>
        </p:nvPicPr>
        <p:blipFill>
          <a:blip r:embed="rId4"/>
          <a:stretch>
            <a:fillRect/>
          </a:stretch>
        </p:blipFill>
        <p:spPr>
          <a:xfrm>
            <a:off x="5917541" y="2215298"/>
            <a:ext cx="4721283" cy="430269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D3C80A6-6053-DD98-FF77-51B235D67083}"/>
              </a:ext>
            </a:extLst>
          </p:cNvPr>
          <p:cNvSpPr>
            <a:spLocks noGrp="1"/>
          </p:cNvSpPr>
          <p:nvPr>
            <p:ph type="title"/>
          </p:nvPr>
        </p:nvSpPr>
        <p:spPr>
          <a:xfrm>
            <a:off x="1341949" y="136689"/>
            <a:ext cx="10515600" cy="630173"/>
          </a:xfrm>
        </p:spPr>
        <p:txBody>
          <a:bodyPr>
            <a:normAutofit fontScale="90000"/>
          </a:bodyPr>
          <a:lstStyle/>
          <a:p>
            <a:pPr algn="ctr"/>
            <a:r>
              <a:rPr lang="en-US" dirty="0" err="1"/>
              <a:t>Varianta</a:t>
            </a:r>
            <a:r>
              <a:rPr lang="en-US" dirty="0"/>
              <a:t> </a:t>
            </a:r>
            <a:r>
              <a:rPr lang="en-US" dirty="0" err="1"/>
              <a:t>strukturasi</a:t>
            </a:r>
            <a:r>
              <a:rPr lang="en-US" dirty="0"/>
              <a:t> (Case </a:t>
            </a:r>
            <a:r>
              <a:rPr lang="en-US" dirty="0" err="1"/>
              <a:t>strukture</a:t>
            </a:r>
            <a:r>
              <a:rPr lang="en-US" dirty="0"/>
              <a:t>)</a:t>
            </a:r>
            <a:endParaRPr lang="ru-RU" dirty="0"/>
          </a:p>
        </p:txBody>
      </p:sp>
      <p:sp>
        <p:nvSpPr>
          <p:cNvPr id="7" name="Объект 6">
            <a:extLst>
              <a:ext uri="{FF2B5EF4-FFF2-40B4-BE49-F238E27FC236}">
                <a16:creationId xmlns:a16="http://schemas.microsoft.com/office/drawing/2014/main" id="{615779D2-7B8B-D52F-301F-27F6A8109075}"/>
              </a:ext>
            </a:extLst>
          </p:cNvPr>
          <p:cNvSpPr>
            <a:spLocks noGrp="1"/>
          </p:cNvSpPr>
          <p:nvPr>
            <p:ph sz="half" idx="1"/>
          </p:nvPr>
        </p:nvSpPr>
        <p:spPr>
          <a:xfrm>
            <a:off x="358218" y="848412"/>
            <a:ext cx="6278251" cy="5872899"/>
          </a:xfrm>
        </p:spPr>
        <p:txBody>
          <a:bodyPr>
            <a:normAutofit fontScale="92500" lnSpcReduction="20000"/>
          </a:bodyPr>
          <a:lstStyle/>
          <a:p>
            <a:pPr algn="just"/>
            <a:r>
              <a:rPr lang="en-US" dirty="0"/>
              <a:t>Case </a:t>
            </a:r>
            <a:r>
              <a:rPr lang="en-US" dirty="0" err="1"/>
              <a:t>strukturasi</a:t>
            </a:r>
            <a:r>
              <a:rPr lang="en-US" dirty="0"/>
              <a:t> </a:t>
            </a:r>
            <a:r>
              <a:rPr lang="en-US" dirty="0" err="1"/>
              <a:t>shartli</a:t>
            </a:r>
            <a:r>
              <a:rPr lang="en-US" dirty="0"/>
              <a:t> operator </a:t>
            </a:r>
            <a:r>
              <a:rPr lang="en-US" dirty="0" err="1"/>
              <a:t>vazifasini</a:t>
            </a:r>
            <a:r>
              <a:rPr lang="en-US" dirty="0"/>
              <a:t> </a:t>
            </a:r>
            <a:r>
              <a:rPr lang="en-US" dirty="0" err="1"/>
              <a:t>bajaradi</a:t>
            </a:r>
            <a:r>
              <a:rPr lang="en-US" dirty="0"/>
              <a:t>. True </a:t>
            </a:r>
            <a:r>
              <a:rPr lang="en-US" dirty="0" err="1"/>
              <a:t>va</a:t>
            </a:r>
            <a:r>
              <a:rPr lang="en-US" dirty="0"/>
              <a:t> False </a:t>
            </a:r>
            <a:r>
              <a:rPr lang="en-US" dirty="0" err="1"/>
              <a:t>shartlari</a:t>
            </a:r>
            <a:r>
              <a:rPr lang="en-US" dirty="0"/>
              <a:t> </a:t>
            </a:r>
            <a:r>
              <a:rPr lang="en-US" dirty="0" err="1"/>
              <a:t>asosida</a:t>
            </a:r>
            <a:r>
              <a:rPr lang="en-US" dirty="0"/>
              <a:t> </a:t>
            </a:r>
            <a:r>
              <a:rPr lang="en-US" dirty="0" err="1"/>
              <a:t>ishlaydi</a:t>
            </a:r>
            <a:r>
              <a:rPr lang="en-US" dirty="0"/>
              <a:t>.</a:t>
            </a:r>
          </a:p>
          <a:p>
            <a:pPr marL="0" indent="0" algn="just">
              <a:buNone/>
            </a:pPr>
            <a:r>
              <a:rPr lang="en-US" dirty="0"/>
              <a:t>    True </a:t>
            </a:r>
            <a:r>
              <a:rPr lang="en-US" dirty="0" err="1"/>
              <a:t>bo‘lganda</a:t>
            </a:r>
            <a:r>
              <a:rPr lang="en-US" dirty="0"/>
              <a:t>: </a:t>
            </a:r>
            <a:r>
              <a:rPr lang="en-US" dirty="0" err="1"/>
              <a:t>bir</a:t>
            </a:r>
            <a:r>
              <a:rPr lang="en-US" dirty="0"/>
              <a:t> </a:t>
            </a:r>
            <a:r>
              <a:rPr lang="en-US" dirty="0" err="1"/>
              <a:t>amal</a:t>
            </a:r>
            <a:r>
              <a:rPr lang="en-US" dirty="0"/>
              <a:t> </a:t>
            </a:r>
            <a:r>
              <a:rPr lang="en-US" dirty="0" err="1"/>
              <a:t>bajariladi</a:t>
            </a:r>
            <a:r>
              <a:rPr lang="en-US" dirty="0"/>
              <a:t>;</a:t>
            </a:r>
          </a:p>
          <a:p>
            <a:pPr marL="0" indent="0" algn="just">
              <a:buNone/>
            </a:pPr>
            <a:r>
              <a:rPr lang="en-US" dirty="0"/>
              <a:t>    False </a:t>
            </a:r>
            <a:r>
              <a:rPr lang="en-US" dirty="0" err="1"/>
              <a:t>bo‘lganda</a:t>
            </a:r>
            <a:r>
              <a:rPr lang="en-US" dirty="0"/>
              <a:t>: </a:t>
            </a:r>
            <a:r>
              <a:rPr lang="en-US" dirty="0" err="1"/>
              <a:t>ikkinchi</a:t>
            </a:r>
            <a:r>
              <a:rPr lang="en-US" dirty="0"/>
              <a:t> </a:t>
            </a:r>
            <a:r>
              <a:rPr lang="en-US" dirty="0" err="1"/>
              <a:t>amal</a:t>
            </a:r>
            <a:r>
              <a:rPr lang="en-US" dirty="0"/>
              <a:t> </a:t>
            </a:r>
            <a:r>
              <a:rPr lang="en-US" dirty="0" err="1"/>
              <a:t>bajariladi</a:t>
            </a:r>
            <a:r>
              <a:rPr lang="en-US" dirty="0"/>
              <a:t>.</a:t>
            </a:r>
          </a:p>
          <a:p>
            <a:pPr algn="just"/>
            <a:r>
              <a:rPr lang="en-US" u="sng" dirty="0"/>
              <a:t>Case </a:t>
            </a:r>
            <a:r>
              <a:rPr lang="en-US" u="sng" dirty="0" err="1"/>
              <a:t>strukturasining</a:t>
            </a:r>
            <a:r>
              <a:rPr lang="en-US" u="sng" dirty="0"/>
              <a:t> </a:t>
            </a:r>
            <a:r>
              <a:rPr lang="en-US" u="sng" dirty="0" err="1"/>
              <a:t>tuzilishi</a:t>
            </a:r>
            <a:r>
              <a:rPr lang="en-US" dirty="0"/>
              <a:t>:</a:t>
            </a:r>
          </a:p>
          <a:p>
            <a:pPr marL="0" indent="0" algn="just">
              <a:buNone/>
            </a:pPr>
            <a:r>
              <a:rPr lang="en-US" dirty="0"/>
              <a:t>2-dastur </a:t>
            </a:r>
            <a:r>
              <a:rPr lang="en-US" dirty="0" err="1"/>
              <a:t>tanasi</a:t>
            </a:r>
            <a:r>
              <a:rPr lang="en-US" dirty="0"/>
              <a:t>;</a:t>
            </a:r>
          </a:p>
          <a:p>
            <a:pPr marL="0" indent="0" algn="just">
              <a:buNone/>
            </a:pPr>
            <a:r>
              <a:rPr lang="en-US" dirty="0"/>
              <a:t>1-selector, </a:t>
            </a:r>
            <a:r>
              <a:rPr lang="en-US" dirty="0" err="1"/>
              <a:t>qiymatni</a:t>
            </a:r>
            <a:r>
              <a:rPr lang="en-US" dirty="0"/>
              <a:t> </a:t>
            </a:r>
            <a:r>
              <a:rPr lang="en-US" dirty="0" err="1"/>
              <a:t>aks</a:t>
            </a:r>
            <a:r>
              <a:rPr lang="en-US" dirty="0"/>
              <a:t> </a:t>
            </a:r>
            <a:r>
              <a:rPr lang="en-US" dirty="0" err="1"/>
              <a:t>ettirilishi</a:t>
            </a:r>
            <a:r>
              <a:rPr lang="en-US" dirty="0"/>
              <a:t> True </a:t>
            </a:r>
            <a:r>
              <a:rPr lang="en-US" dirty="0" err="1"/>
              <a:t>yoki</a:t>
            </a:r>
            <a:r>
              <a:rPr lang="en-US" dirty="0"/>
              <a:t> False, </a:t>
            </a:r>
            <a:r>
              <a:rPr lang="en-US" dirty="0" err="1"/>
              <a:t>tashqaridan</a:t>
            </a:r>
            <a:r>
              <a:rPr lang="en-US" dirty="0"/>
              <a:t> </a:t>
            </a:r>
            <a:r>
              <a:rPr lang="en-US" dirty="0" err="1"/>
              <a:t>kiritilgan</a:t>
            </a:r>
            <a:r>
              <a:rPr lang="en-US" dirty="0"/>
              <a:t> </a:t>
            </a:r>
            <a:r>
              <a:rPr lang="en-US" dirty="0" err="1"/>
              <a:t>ma’lumot</a:t>
            </a:r>
            <a:r>
              <a:rPr lang="en-US" dirty="0"/>
              <a:t> </a:t>
            </a:r>
            <a:r>
              <a:rPr lang="en-US" dirty="0" err="1"/>
              <a:t>qaysi</a:t>
            </a:r>
            <a:r>
              <a:rPr lang="en-US" dirty="0"/>
              <a:t> </a:t>
            </a:r>
            <a:r>
              <a:rPr lang="en-US" dirty="0" err="1"/>
              <a:t>qiymatga</a:t>
            </a:r>
            <a:r>
              <a:rPr lang="en-US" dirty="0"/>
              <a:t> </a:t>
            </a:r>
            <a:r>
              <a:rPr lang="en-US" dirty="0" err="1"/>
              <a:t>mos</a:t>
            </a:r>
            <a:r>
              <a:rPr lang="en-US" dirty="0"/>
              <a:t> </a:t>
            </a:r>
            <a:r>
              <a:rPr lang="en-US" dirty="0" err="1"/>
              <a:t>bo’lsa</a:t>
            </a:r>
            <a:r>
              <a:rPr lang="en-US" dirty="0"/>
              <a:t>, </a:t>
            </a:r>
            <a:r>
              <a:rPr lang="en-US" dirty="0" err="1"/>
              <a:t>dastur</a:t>
            </a:r>
            <a:r>
              <a:rPr lang="en-US" dirty="0"/>
              <a:t> </a:t>
            </a:r>
            <a:r>
              <a:rPr lang="en-US" dirty="0" err="1"/>
              <a:t>tanasidagi</a:t>
            </a:r>
            <a:r>
              <a:rPr lang="en-US" dirty="0"/>
              <a:t> </a:t>
            </a:r>
            <a:r>
              <a:rPr lang="en-US" dirty="0" err="1"/>
              <a:t>amal</a:t>
            </a:r>
            <a:r>
              <a:rPr lang="en-US" dirty="0"/>
              <a:t> </a:t>
            </a:r>
            <a:r>
              <a:rPr lang="en-US" dirty="0" err="1"/>
              <a:t>bajariladi</a:t>
            </a:r>
            <a:r>
              <a:rPr lang="en-US" dirty="0"/>
              <a:t>;</a:t>
            </a:r>
          </a:p>
          <a:p>
            <a:pPr marL="0" indent="0" algn="just">
              <a:buNone/>
            </a:pPr>
            <a:r>
              <a:rPr lang="en-US" dirty="0"/>
              <a:t>3- terminal, </a:t>
            </a:r>
            <a:r>
              <a:rPr lang="en-US" dirty="0" err="1"/>
              <a:t>qaysi</a:t>
            </a:r>
            <a:r>
              <a:rPr lang="en-US" dirty="0"/>
              <a:t> </a:t>
            </a:r>
            <a:r>
              <a:rPr lang="en-US" dirty="0" err="1"/>
              <a:t>blok-diagramma</a:t>
            </a:r>
            <a:r>
              <a:rPr lang="en-US" dirty="0"/>
              <a:t> </a:t>
            </a:r>
            <a:r>
              <a:rPr lang="en-US" dirty="0" err="1"/>
              <a:t>bajarilishini</a:t>
            </a:r>
            <a:r>
              <a:rPr lang="en-US" dirty="0"/>
              <a:t> </a:t>
            </a:r>
            <a:r>
              <a:rPr lang="en-US" dirty="0" err="1"/>
              <a:t>aniqlaydi</a:t>
            </a:r>
            <a:r>
              <a:rPr lang="en-US" dirty="0"/>
              <a:t>. </a:t>
            </a:r>
          </a:p>
          <a:p>
            <a:pPr marL="0" indent="0" algn="just">
              <a:buNone/>
            </a:pPr>
            <a:r>
              <a:rPr lang="en-US" dirty="0"/>
              <a:t>     -</a:t>
            </a:r>
            <a:r>
              <a:rPr lang="en-US" dirty="0" err="1"/>
              <a:t>ma’lumotlar</a:t>
            </a:r>
            <a:r>
              <a:rPr lang="en-US" dirty="0"/>
              <a:t> </a:t>
            </a:r>
            <a:r>
              <a:rPr lang="en-US" dirty="0" err="1"/>
              <a:t>selektorining</a:t>
            </a:r>
            <a:r>
              <a:rPr lang="en-US" dirty="0"/>
              <a:t> </a:t>
            </a:r>
            <a:r>
              <a:rPr lang="en-US" dirty="0" err="1"/>
              <a:t>terminali</a:t>
            </a:r>
            <a:r>
              <a:rPr lang="en-US" dirty="0"/>
              <a:t>, </a:t>
            </a:r>
            <a:r>
              <a:rPr lang="en-US" dirty="0" err="1"/>
              <a:t>qaysi</a:t>
            </a:r>
            <a:r>
              <a:rPr lang="en-US" dirty="0"/>
              <a:t> </a:t>
            </a:r>
            <a:r>
              <a:rPr lang="en-US" dirty="0" err="1"/>
              <a:t>amal</a:t>
            </a:r>
            <a:r>
              <a:rPr lang="en-US" dirty="0"/>
              <a:t> </a:t>
            </a:r>
            <a:r>
              <a:rPr lang="en-US" dirty="0" err="1"/>
              <a:t>bajarilishini</a:t>
            </a:r>
            <a:r>
              <a:rPr lang="en-US" dirty="0"/>
              <a:t> </a:t>
            </a:r>
            <a:r>
              <a:rPr lang="en-US" dirty="0" err="1"/>
              <a:t>belgilaydi</a:t>
            </a:r>
            <a:r>
              <a:rPr lang="en-US" dirty="0"/>
              <a:t>, True </a:t>
            </a:r>
            <a:r>
              <a:rPr lang="en-US" dirty="0" err="1"/>
              <a:t>holatidagi</a:t>
            </a:r>
            <a:r>
              <a:rPr lang="en-US" dirty="0"/>
              <a:t> mi </a:t>
            </a:r>
            <a:r>
              <a:rPr lang="en-US" dirty="0" err="1"/>
              <a:t>yoki</a:t>
            </a:r>
            <a:r>
              <a:rPr lang="en-US" dirty="0"/>
              <a:t> False </a:t>
            </a:r>
            <a:r>
              <a:rPr lang="en-US" dirty="0" err="1"/>
              <a:t>dagimi</a:t>
            </a:r>
            <a:endParaRPr lang="en-US" dirty="0"/>
          </a:p>
        </p:txBody>
      </p:sp>
      <p:sp>
        <p:nvSpPr>
          <p:cNvPr id="8" name="Объект 7">
            <a:extLst>
              <a:ext uri="{FF2B5EF4-FFF2-40B4-BE49-F238E27FC236}">
                <a16:creationId xmlns:a16="http://schemas.microsoft.com/office/drawing/2014/main" id="{87F977EF-959A-6050-93E5-E3ECE648994E}"/>
              </a:ext>
            </a:extLst>
          </p:cNvPr>
          <p:cNvSpPr>
            <a:spLocks noGrp="1"/>
          </p:cNvSpPr>
          <p:nvPr>
            <p:ph sz="half" idx="2"/>
          </p:nvPr>
        </p:nvSpPr>
        <p:spPr>
          <a:xfrm>
            <a:off x="6749592" y="1825625"/>
            <a:ext cx="4604208" cy="4351338"/>
          </a:xfrm>
        </p:spPr>
        <p:txBody>
          <a:bodyPr>
            <a:normAutofit fontScale="92500" lnSpcReduction="20000"/>
          </a:bodyPr>
          <a:lstStyle/>
          <a:p>
            <a:endParaRPr lang="ru-RU" dirty="0"/>
          </a:p>
        </p:txBody>
      </p:sp>
      <p:grpSp>
        <p:nvGrpSpPr>
          <p:cNvPr id="9" name="Group 195197">
            <a:extLst>
              <a:ext uri="{FF2B5EF4-FFF2-40B4-BE49-F238E27FC236}">
                <a16:creationId xmlns:a16="http://schemas.microsoft.com/office/drawing/2014/main" id="{1AA9005D-E79D-6D7B-8C2B-1A029BD0B59A}"/>
              </a:ext>
            </a:extLst>
          </p:cNvPr>
          <p:cNvGrpSpPr/>
          <p:nvPr/>
        </p:nvGrpSpPr>
        <p:grpSpPr>
          <a:xfrm>
            <a:off x="6713651" y="685750"/>
            <a:ext cx="5442407" cy="5872899"/>
            <a:chOff x="-3555" y="-3566"/>
            <a:chExt cx="3819143" cy="2779776"/>
          </a:xfrm>
        </p:grpSpPr>
        <p:pic>
          <p:nvPicPr>
            <p:cNvPr id="10" name="Picture 221559">
              <a:extLst>
                <a:ext uri="{FF2B5EF4-FFF2-40B4-BE49-F238E27FC236}">
                  <a16:creationId xmlns:a16="http://schemas.microsoft.com/office/drawing/2014/main" id="{D03C068D-0E69-5880-E32D-494A91B64E1C}"/>
                </a:ext>
              </a:extLst>
            </p:cNvPr>
            <p:cNvPicPr/>
            <p:nvPr/>
          </p:nvPicPr>
          <p:blipFill>
            <a:blip r:embed="rId2"/>
            <a:stretch>
              <a:fillRect/>
            </a:stretch>
          </p:blipFill>
          <p:spPr>
            <a:xfrm>
              <a:off x="-3555" y="-3566"/>
              <a:ext cx="853440" cy="2779776"/>
            </a:xfrm>
            <a:prstGeom prst="rect">
              <a:avLst/>
            </a:prstGeom>
          </p:spPr>
        </p:pic>
        <p:pic>
          <p:nvPicPr>
            <p:cNvPr id="11" name="Picture 221560">
              <a:extLst>
                <a:ext uri="{FF2B5EF4-FFF2-40B4-BE49-F238E27FC236}">
                  <a16:creationId xmlns:a16="http://schemas.microsoft.com/office/drawing/2014/main" id="{00AB5BF5-B3CF-98B2-C1E9-2E9F5404060C}"/>
                </a:ext>
              </a:extLst>
            </p:cNvPr>
            <p:cNvPicPr/>
            <p:nvPr/>
          </p:nvPicPr>
          <p:blipFill>
            <a:blip r:embed="rId3"/>
            <a:stretch>
              <a:fillRect/>
            </a:stretch>
          </p:blipFill>
          <p:spPr>
            <a:xfrm>
              <a:off x="847851" y="-3566"/>
              <a:ext cx="2734056" cy="2779776"/>
            </a:xfrm>
            <a:prstGeom prst="rect">
              <a:avLst/>
            </a:prstGeom>
          </p:spPr>
        </p:pic>
        <p:pic>
          <p:nvPicPr>
            <p:cNvPr id="12" name="Picture 221561">
              <a:extLst>
                <a:ext uri="{FF2B5EF4-FFF2-40B4-BE49-F238E27FC236}">
                  <a16:creationId xmlns:a16="http://schemas.microsoft.com/office/drawing/2014/main" id="{20CF21AB-1BE9-D11C-7724-861AEBFE8FCF}"/>
                </a:ext>
              </a:extLst>
            </p:cNvPr>
            <p:cNvPicPr/>
            <p:nvPr/>
          </p:nvPicPr>
          <p:blipFill>
            <a:blip r:embed="rId4"/>
            <a:stretch>
              <a:fillRect/>
            </a:stretch>
          </p:blipFill>
          <p:spPr>
            <a:xfrm>
              <a:off x="3580892" y="-3566"/>
              <a:ext cx="234696" cy="2779776"/>
            </a:xfrm>
            <a:prstGeom prst="rect">
              <a:avLst/>
            </a:prstGeom>
          </p:spPr>
        </p:pic>
      </p:grpSp>
      <p:pic>
        <p:nvPicPr>
          <p:cNvPr id="13" name="Picture 2542">
            <a:extLst>
              <a:ext uri="{FF2B5EF4-FFF2-40B4-BE49-F238E27FC236}">
                <a16:creationId xmlns:a16="http://schemas.microsoft.com/office/drawing/2014/main" id="{8370932B-26D1-2B85-4DC3-2A503439011A}"/>
              </a:ext>
            </a:extLst>
          </p:cNvPr>
          <p:cNvPicPr/>
          <p:nvPr/>
        </p:nvPicPr>
        <p:blipFill>
          <a:blip r:embed="rId5">
            <a:extLst>
              <a:ext uri="{BEBA8EAE-BF5A-486C-A8C5-ECC9F3942E4B}">
                <a14:imgProps xmlns:a14="http://schemas.microsoft.com/office/drawing/2010/main">
                  <a14:imgLayer r:embed="rId6">
                    <a14:imgEffect>
                      <a14:sharpenSoften amount="50000"/>
                    </a14:imgEffect>
                    <a14:imgEffect>
                      <a14:saturation sat="300000"/>
                    </a14:imgEffect>
                    <a14:imgEffect>
                      <a14:brightnessContrast contrast="-40000"/>
                    </a14:imgEffect>
                  </a14:imgLayer>
                </a14:imgProps>
              </a:ext>
            </a:extLst>
          </a:blip>
          <a:stretch>
            <a:fillRect/>
          </a:stretch>
        </p:blipFill>
        <p:spPr>
          <a:xfrm>
            <a:off x="435400" y="5376682"/>
            <a:ext cx="330200" cy="279400"/>
          </a:xfrm>
          <a:prstGeom prst="rect">
            <a:avLst/>
          </a:prstGeom>
        </p:spPr>
      </p:pic>
      <p:sp>
        <p:nvSpPr>
          <p:cNvPr id="3" name="Левая фигурная скобка 2">
            <a:extLst>
              <a:ext uri="{FF2B5EF4-FFF2-40B4-BE49-F238E27FC236}">
                <a16:creationId xmlns:a16="http://schemas.microsoft.com/office/drawing/2014/main" id="{DE7B193E-26D9-E595-E207-14D3049A5EE6}"/>
              </a:ext>
            </a:extLst>
          </p:cNvPr>
          <p:cNvSpPr/>
          <p:nvPr/>
        </p:nvSpPr>
        <p:spPr>
          <a:xfrm>
            <a:off x="527901" y="1825625"/>
            <a:ext cx="145199" cy="691332"/>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Tree>
    <p:extLst>
      <p:ext uri="{BB962C8B-B14F-4D97-AF65-F5344CB8AC3E}">
        <p14:creationId xmlns:p14="http://schemas.microsoft.com/office/powerpoint/2010/main" val="3114910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2406D4-7DCB-BB2D-D669-310CEABF9E6A}"/>
              </a:ext>
            </a:extLst>
          </p:cNvPr>
          <p:cNvSpPr>
            <a:spLocks noGrp="1"/>
          </p:cNvSpPr>
          <p:nvPr>
            <p:ph type="title"/>
          </p:nvPr>
        </p:nvSpPr>
        <p:spPr>
          <a:xfrm>
            <a:off x="838200" y="1"/>
            <a:ext cx="10515600" cy="914400"/>
          </a:xfrm>
        </p:spPr>
        <p:txBody>
          <a:bodyPr>
            <a:normAutofit/>
          </a:bodyPr>
          <a:lstStyle/>
          <a:p>
            <a:pPr algn="ctr"/>
            <a:r>
              <a:rPr lang="en-US" dirty="0" err="1"/>
              <a:t>Sonni</a:t>
            </a:r>
            <a:r>
              <a:rPr lang="en-US" dirty="0"/>
              <a:t> </a:t>
            </a:r>
            <a:r>
              <a:rPr lang="en-US" dirty="0" err="1"/>
              <a:t>kvadrat</a:t>
            </a:r>
            <a:r>
              <a:rPr lang="en-US" dirty="0"/>
              <a:t> </a:t>
            </a:r>
            <a:r>
              <a:rPr lang="en-US" dirty="0" err="1"/>
              <a:t>ildizini</a:t>
            </a:r>
            <a:r>
              <a:rPr lang="en-US" dirty="0"/>
              <a:t> </a:t>
            </a:r>
            <a:r>
              <a:rPr lang="en-US" dirty="0" err="1"/>
              <a:t>hisoblash</a:t>
            </a:r>
            <a:endParaRPr lang="ru-RU" dirty="0"/>
          </a:p>
        </p:txBody>
      </p:sp>
      <p:pic>
        <p:nvPicPr>
          <p:cNvPr id="18" name="Объект 17">
            <a:extLst>
              <a:ext uri="{FF2B5EF4-FFF2-40B4-BE49-F238E27FC236}">
                <a16:creationId xmlns:a16="http://schemas.microsoft.com/office/drawing/2014/main" id="{75A73F6E-25A0-2564-A4A5-647F433ED33B}"/>
              </a:ext>
            </a:extLst>
          </p:cNvPr>
          <p:cNvPicPr>
            <a:picLocks noGrp="1" noChangeAspect="1"/>
          </p:cNvPicPr>
          <p:nvPr>
            <p:ph sz="half" idx="2"/>
          </p:nvPr>
        </p:nvPicPr>
        <p:blipFill>
          <a:blip r:embed="rId2"/>
          <a:stretch>
            <a:fillRect/>
          </a:stretch>
        </p:blipFill>
        <p:spPr>
          <a:xfrm>
            <a:off x="6810865" y="3805761"/>
            <a:ext cx="4707904" cy="3052238"/>
          </a:xfrm>
        </p:spPr>
      </p:pic>
      <p:pic>
        <p:nvPicPr>
          <p:cNvPr id="16" name="Объект 15">
            <a:extLst>
              <a:ext uri="{FF2B5EF4-FFF2-40B4-BE49-F238E27FC236}">
                <a16:creationId xmlns:a16="http://schemas.microsoft.com/office/drawing/2014/main" id="{F097C3D1-0590-9324-E36B-632BB1125565}"/>
              </a:ext>
            </a:extLst>
          </p:cNvPr>
          <p:cNvPicPr>
            <a:picLocks noGrp="1" noChangeAspect="1"/>
          </p:cNvPicPr>
          <p:nvPr>
            <p:ph sz="half" idx="1"/>
          </p:nvPr>
        </p:nvPicPr>
        <p:blipFill>
          <a:blip r:embed="rId3"/>
          <a:stretch>
            <a:fillRect/>
          </a:stretch>
        </p:blipFill>
        <p:spPr>
          <a:xfrm>
            <a:off x="1956940" y="3815368"/>
            <a:ext cx="4359018" cy="3033023"/>
          </a:xfrm>
        </p:spPr>
      </p:pic>
      <p:pic>
        <p:nvPicPr>
          <p:cNvPr id="12" name="Рисунок 11">
            <a:extLst>
              <a:ext uri="{FF2B5EF4-FFF2-40B4-BE49-F238E27FC236}">
                <a16:creationId xmlns:a16="http://schemas.microsoft.com/office/drawing/2014/main" id="{9F217723-1394-C9A6-4819-397C892FF61F}"/>
              </a:ext>
            </a:extLst>
          </p:cNvPr>
          <p:cNvPicPr>
            <a:picLocks noChangeAspect="1"/>
          </p:cNvPicPr>
          <p:nvPr/>
        </p:nvPicPr>
        <p:blipFill>
          <a:blip r:embed="rId4"/>
          <a:stretch>
            <a:fillRect/>
          </a:stretch>
        </p:blipFill>
        <p:spPr>
          <a:xfrm>
            <a:off x="1956940" y="843647"/>
            <a:ext cx="4359018" cy="2730700"/>
          </a:xfrm>
          <a:prstGeom prst="rect">
            <a:avLst/>
          </a:prstGeom>
        </p:spPr>
      </p:pic>
      <p:pic>
        <p:nvPicPr>
          <p:cNvPr id="14" name="Рисунок 13">
            <a:extLst>
              <a:ext uri="{FF2B5EF4-FFF2-40B4-BE49-F238E27FC236}">
                <a16:creationId xmlns:a16="http://schemas.microsoft.com/office/drawing/2014/main" id="{8F9F1F96-AEB6-E629-47E1-CAA013365014}"/>
              </a:ext>
            </a:extLst>
          </p:cNvPr>
          <p:cNvPicPr>
            <a:picLocks noChangeAspect="1"/>
          </p:cNvPicPr>
          <p:nvPr/>
        </p:nvPicPr>
        <p:blipFill>
          <a:blip r:embed="rId5"/>
          <a:stretch>
            <a:fillRect/>
          </a:stretch>
        </p:blipFill>
        <p:spPr>
          <a:xfrm>
            <a:off x="6810866" y="821843"/>
            <a:ext cx="4707903" cy="2752504"/>
          </a:xfrm>
          <a:prstGeom prst="rect">
            <a:avLst/>
          </a:prstGeom>
        </p:spPr>
      </p:pic>
    </p:spTree>
    <p:extLst>
      <p:ext uri="{BB962C8B-B14F-4D97-AF65-F5344CB8AC3E}">
        <p14:creationId xmlns:p14="http://schemas.microsoft.com/office/powerpoint/2010/main" val="28534755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1A563BC-9F1D-8CA6-8570-9714C6ABC72E}"/>
              </a:ext>
            </a:extLst>
          </p:cNvPr>
          <p:cNvSpPr>
            <a:spLocks noGrp="1"/>
          </p:cNvSpPr>
          <p:nvPr>
            <p:ph type="title"/>
          </p:nvPr>
        </p:nvSpPr>
        <p:spPr>
          <a:xfrm>
            <a:off x="838200" y="-86889"/>
            <a:ext cx="10515600" cy="791851"/>
          </a:xfrm>
        </p:spPr>
        <p:txBody>
          <a:bodyPr>
            <a:normAutofit/>
          </a:bodyPr>
          <a:lstStyle/>
          <a:p>
            <a:pPr algn="ctr"/>
            <a:r>
              <a:rPr lang="en-US" b="1" dirty="0" err="1"/>
              <a:t>Grafik</a:t>
            </a:r>
            <a:r>
              <a:rPr lang="en-US" b="1" dirty="0"/>
              <a:t> </a:t>
            </a:r>
            <a:r>
              <a:rPr lang="en-US" b="1" dirty="0" err="1"/>
              <a:t>qurish</a:t>
            </a:r>
            <a:endParaRPr lang="ru-RU" b="1" dirty="0"/>
          </a:p>
        </p:txBody>
      </p:sp>
      <p:pic>
        <p:nvPicPr>
          <p:cNvPr id="6" name="Объект 5">
            <a:extLst>
              <a:ext uri="{FF2B5EF4-FFF2-40B4-BE49-F238E27FC236}">
                <a16:creationId xmlns:a16="http://schemas.microsoft.com/office/drawing/2014/main" id="{B405639C-319E-15B8-9640-7F9A02ADFAC1}"/>
              </a:ext>
            </a:extLst>
          </p:cNvPr>
          <p:cNvPicPr>
            <a:picLocks noGrp="1" noChangeAspect="1"/>
          </p:cNvPicPr>
          <p:nvPr>
            <p:ph sz="half" idx="1"/>
          </p:nvPr>
        </p:nvPicPr>
        <p:blipFill>
          <a:blip r:embed="rId2"/>
          <a:stretch>
            <a:fillRect/>
          </a:stretch>
        </p:blipFill>
        <p:spPr>
          <a:xfrm>
            <a:off x="1084309" y="662742"/>
            <a:ext cx="5380101" cy="2961664"/>
          </a:xfrm>
        </p:spPr>
      </p:pic>
      <p:pic>
        <p:nvPicPr>
          <p:cNvPr id="12" name="Объект 11">
            <a:extLst>
              <a:ext uri="{FF2B5EF4-FFF2-40B4-BE49-F238E27FC236}">
                <a16:creationId xmlns:a16="http://schemas.microsoft.com/office/drawing/2014/main" id="{3551CA85-702A-3C0E-44F0-A16493D1D09F}"/>
              </a:ext>
            </a:extLst>
          </p:cNvPr>
          <p:cNvPicPr>
            <a:picLocks noGrp="1" noChangeAspect="1"/>
          </p:cNvPicPr>
          <p:nvPr>
            <p:ph sz="half" idx="2"/>
          </p:nvPr>
        </p:nvPicPr>
        <p:blipFill>
          <a:blip r:embed="rId3"/>
          <a:stretch>
            <a:fillRect/>
          </a:stretch>
        </p:blipFill>
        <p:spPr>
          <a:xfrm>
            <a:off x="6745416" y="3804721"/>
            <a:ext cx="5181600" cy="2938381"/>
          </a:xfrm>
        </p:spPr>
      </p:pic>
      <p:pic>
        <p:nvPicPr>
          <p:cNvPr id="8" name="Рисунок 7">
            <a:extLst>
              <a:ext uri="{FF2B5EF4-FFF2-40B4-BE49-F238E27FC236}">
                <a16:creationId xmlns:a16="http://schemas.microsoft.com/office/drawing/2014/main" id="{805AAD5A-F333-7625-7BAF-696803665CCE}"/>
              </a:ext>
            </a:extLst>
          </p:cNvPr>
          <p:cNvPicPr>
            <a:picLocks noChangeAspect="1"/>
          </p:cNvPicPr>
          <p:nvPr/>
        </p:nvPicPr>
        <p:blipFill>
          <a:blip r:embed="rId4"/>
          <a:stretch>
            <a:fillRect/>
          </a:stretch>
        </p:blipFill>
        <p:spPr>
          <a:xfrm>
            <a:off x="6710519" y="704962"/>
            <a:ext cx="5040760" cy="2877223"/>
          </a:xfrm>
          <a:prstGeom prst="rect">
            <a:avLst/>
          </a:prstGeom>
        </p:spPr>
      </p:pic>
      <p:pic>
        <p:nvPicPr>
          <p:cNvPr id="10" name="Рисунок 9">
            <a:extLst>
              <a:ext uri="{FF2B5EF4-FFF2-40B4-BE49-F238E27FC236}">
                <a16:creationId xmlns:a16="http://schemas.microsoft.com/office/drawing/2014/main" id="{E8F84CCB-FB7B-C240-B26F-FA2F977FA6B3}"/>
              </a:ext>
            </a:extLst>
          </p:cNvPr>
          <p:cNvPicPr>
            <a:picLocks noChangeAspect="1"/>
          </p:cNvPicPr>
          <p:nvPr/>
        </p:nvPicPr>
        <p:blipFill>
          <a:blip r:embed="rId5"/>
          <a:stretch>
            <a:fillRect/>
          </a:stretch>
        </p:blipFill>
        <p:spPr>
          <a:xfrm>
            <a:off x="1200782" y="3804721"/>
            <a:ext cx="5509737" cy="3260632"/>
          </a:xfrm>
          <a:prstGeom prst="rect">
            <a:avLst/>
          </a:prstGeom>
        </p:spPr>
      </p:pic>
      <p:sp>
        <p:nvSpPr>
          <p:cNvPr id="13" name="TextBox 12">
            <a:extLst>
              <a:ext uri="{FF2B5EF4-FFF2-40B4-BE49-F238E27FC236}">
                <a16:creationId xmlns:a16="http://schemas.microsoft.com/office/drawing/2014/main" id="{61920294-6BF1-D9F8-E4D5-B9B3535B3FE1}"/>
              </a:ext>
            </a:extLst>
          </p:cNvPr>
          <p:cNvSpPr txBox="1"/>
          <p:nvPr/>
        </p:nvSpPr>
        <p:spPr>
          <a:xfrm>
            <a:off x="602541" y="25965"/>
            <a:ext cx="1196481" cy="369332"/>
          </a:xfrm>
          <a:prstGeom prst="rect">
            <a:avLst/>
          </a:prstGeom>
          <a:noFill/>
          <a:ln w="28575">
            <a:solidFill>
              <a:schemeClr val="accent2">
                <a:lumMod val="75000"/>
              </a:schemeClr>
            </a:solidFill>
          </a:ln>
        </p:spPr>
        <p:txBody>
          <a:bodyPr wrap="none" rtlCol="0">
            <a:spAutoFit/>
          </a:bodyPr>
          <a:lstStyle/>
          <a:p>
            <a:r>
              <a:rPr lang="en-US" dirty="0" err="1"/>
              <a:t>Combobox</a:t>
            </a:r>
            <a:endParaRPr lang="ru-RU" dirty="0"/>
          </a:p>
        </p:txBody>
      </p:sp>
      <p:cxnSp>
        <p:nvCxnSpPr>
          <p:cNvPr id="15" name="Прямая со стрелкой 14">
            <a:extLst>
              <a:ext uri="{FF2B5EF4-FFF2-40B4-BE49-F238E27FC236}">
                <a16:creationId xmlns:a16="http://schemas.microsoft.com/office/drawing/2014/main" id="{4DEA903C-CB6A-A4C8-DA49-008043DAA4B2}"/>
              </a:ext>
            </a:extLst>
          </p:cNvPr>
          <p:cNvCxnSpPr/>
          <p:nvPr/>
        </p:nvCxnSpPr>
        <p:spPr>
          <a:xfrm>
            <a:off x="923827" y="387919"/>
            <a:ext cx="622169" cy="539579"/>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B73300B-6712-079C-83F3-AB99C73E8316}"/>
              </a:ext>
            </a:extLst>
          </p:cNvPr>
          <p:cNvSpPr txBox="1"/>
          <p:nvPr/>
        </p:nvSpPr>
        <p:spPr>
          <a:xfrm>
            <a:off x="2648158" y="25965"/>
            <a:ext cx="871072" cy="369332"/>
          </a:xfrm>
          <a:prstGeom prst="rect">
            <a:avLst/>
          </a:prstGeom>
          <a:noFill/>
          <a:ln w="28575">
            <a:solidFill>
              <a:schemeClr val="accent2">
                <a:lumMod val="75000"/>
              </a:schemeClr>
            </a:solidFill>
          </a:ln>
        </p:spPr>
        <p:txBody>
          <a:bodyPr wrap="square" rtlCol="0">
            <a:spAutoFit/>
          </a:bodyPr>
          <a:lstStyle/>
          <a:p>
            <a:r>
              <a:rPr lang="en-US" dirty="0"/>
              <a:t>XY Graf</a:t>
            </a:r>
            <a:endParaRPr lang="ru-RU" dirty="0"/>
          </a:p>
        </p:txBody>
      </p:sp>
      <p:cxnSp>
        <p:nvCxnSpPr>
          <p:cNvPr id="17" name="Прямая со стрелкой 16">
            <a:extLst>
              <a:ext uri="{FF2B5EF4-FFF2-40B4-BE49-F238E27FC236}">
                <a16:creationId xmlns:a16="http://schemas.microsoft.com/office/drawing/2014/main" id="{061D1CEC-29C6-4C19-562A-CFB9F7E18EA7}"/>
              </a:ext>
            </a:extLst>
          </p:cNvPr>
          <p:cNvCxnSpPr>
            <a:cxnSpLocks/>
          </p:cNvCxnSpPr>
          <p:nvPr/>
        </p:nvCxnSpPr>
        <p:spPr>
          <a:xfrm>
            <a:off x="3057437" y="435172"/>
            <a:ext cx="782651" cy="709756"/>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1FF2519-204F-A3F1-FA2E-BEB159148BEB}"/>
              </a:ext>
            </a:extLst>
          </p:cNvPr>
          <p:cNvSpPr txBox="1"/>
          <p:nvPr/>
        </p:nvSpPr>
        <p:spPr>
          <a:xfrm>
            <a:off x="8169403" y="124371"/>
            <a:ext cx="2162373" cy="646331"/>
          </a:xfrm>
          <a:prstGeom prst="rect">
            <a:avLst/>
          </a:prstGeom>
          <a:noFill/>
          <a:ln w="28575">
            <a:solidFill>
              <a:schemeClr val="accent2">
                <a:lumMod val="75000"/>
              </a:schemeClr>
            </a:solidFill>
          </a:ln>
        </p:spPr>
        <p:txBody>
          <a:bodyPr wrap="square" rtlCol="0">
            <a:spAutoFit/>
          </a:bodyPr>
          <a:lstStyle/>
          <a:p>
            <a:r>
              <a:rPr lang="en-US" dirty="0"/>
              <a:t>Bir </a:t>
            </a:r>
            <a:r>
              <a:rPr lang="en-US" dirty="0" err="1"/>
              <a:t>davrda</a:t>
            </a:r>
            <a:r>
              <a:rPr lang="en-US" dirty="0"/>
              <a:t> </a:t>
            </a:r>
            <a:r>
              <a:rPr lang="en-US" dirty="0" err="1"/>
              <a:t>bajarilishi</a:t>
            </a:r>
            <a:r>
              <a:rPr lang="en-US" dirty="0"/>
              <a:t> </a:t>
            </a:r>
            <a:r>
              <a:rPr lang="en-US" dirty="0" err="1"/>
              <a:t>uchun</a:t>
            </a:r>
            <a:r>
              <a:rPr lang="en-US" dirty="0"/>
              <a:t> </a:t>
            </a:r>
            <a:r>
              <a:rPr lang="en-US" dirty="0" err="1"/>
              <a:t>qadamlar</a:t>
            </a:r>
            <a:r>
              <a:rPr lang="en-US" dirty="0"/>
              <a:t> </a:t>
            </a:r>
            <a:r>
              <a:rPr lang="en-US" dirty="0" err="1"/>
              <a:t>soni</a:t>
            </a:r>
            <a:endParaRPr lang="ru-RU" dirty="0"/>
          </a:p>
        </p:txBody>
      </p:sp>
      <p:cxnSp>
        <p:nvCxnSpPr>
          <p:cNvPr id="20" name="Прямая со стрелкой 19">
            <a:extLst>
              <a:ext uri="{FF2B5EF4-FFF2-40B4-BE49-F238E27FC236}">
                <a16:creationId xmlns:a16="http://schemas.microsoft.com/office/drawing/2014/main" id="{677C662C-24B3-823C-2143-4FAA9786121F}"/>
              </a:ext>
            </a:extLst>
          </p:cNvPr>
          <p:cNvCxnSpPr>
            <a:cxnSpLocks/>
          </p:cNvCxnSpPr>
          <p:nvPr/>
        </p:nvCxnSpPr>
        <p:spPr>
          <a:xfrm flipH="1">
            <a:off x="6925581" y="395297"/>
            <a:ext cx="1243823" cy="394753"/>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6E1D8126-370A-F2AF-97A7-60CD8EB1521E}"/>
              </a:ext>
            </a:extLst>
          </p:cNvPr>
          <p:cNvSpPr txBox="1"/>
          <p:nvPr/>
        </p:nvSpPr>
        <p:spPr>
          <a:xfrm>
            <a:off x="10935093" y="1610686"/>
            <a:ext cx="1187777" cy="646331"/>
          </a:xfrm>
          <a:prstGeom prst="rect">
            <a:avLst/>
          </a:prstGeom>
          <a:noFill/>
          <a:ln w="28575">
            <a:solidFill>
              <a:schemeClr val="accent2">
                <a:lumMod val="75000"/>
              </a:schemeClr>
            </a:solidFill>
          </a:ln>
        </p:spPr>
        <p:txBody>
          <a:bodyPr wrap="square" rtlCol="0">
            <a:spAutoFit/>
          </a:bodyPr>
          <a:lstStyle/>
          <a:p>
            <a:r>
              <a:rPr lang="en-US" dirty="0"/>
              <a:t>Bundle </a:t>
            </a:r>
            <a:r>
              <a:rPr lang="en-US" dirty="0" err="1"/>
              <a:t>funktsiyasi</a:t>
            </a:r>
            <a:endParaRPr lang="ru-RU" dirty="0"/>
          </a:p>
        </p:txBody>
      </p:sp>
      <p:cxnSp>
        <p:nvCxnSpPr>
          <p:cNvPr id="23" name="Прямая со стрелкой 22">
            <a:extLst>
              <a:ext uri="{FF2B5EF4-FFF2-40B4-BE49-F238E27FC236}">
                <a16:creationId xmlns:a16="http://schemas.microsoft.com/office/drawing/2014/main" id="{CD84020F-E430-7B22-88B0-422D049A5DA2}"/>
              </a:ext>
            </a:extLst>
          </p:cNvPr>
          <p:cNvCxnSpPr>
            <a:cxnSpLocks/>
          </p:cNvCxnSpPr>
          <p:nvPr/>
        </p:nvCxnSpPr>
        <p:spPr>
          <a:xfrm flipH="1">
            <a:off x="11107691" y="2252666"/>
            <a:ext cx="421290" cy="778202"/>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7537714"/>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748</TotalTime>
  <Words>1148</Words>
  <Application>Microsoft Office PowerPoint</Application>
  <PresentationFormat>Широкоэкранный</PresentationFormat>
  <Paragraphs>85</Paragraphs>
  <Slides>13</Slides>
  <Notes>3</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13</vt:i4>
      </vt:variant>
    </vt:vector>
  </HeadingPairs>
  <TitlesOfParts>
    <vt:vector size="20" baseType="lpstr">
      <vt:lpstr>Arial</vt:lpstr>
      <vt:lpstr>Calibri</vt:lpstr>
      <vt:lpstr>Calibri Light</vt:lpstr>
      <vt:lpstr>Comic Sans MS</vt:lpstr>
      <vt:lpstr>Times</vt:lpstr>
      <vt:lpstr>Times New Roman</vt:lpstr>
      <vt:lpstr>Тема Office</vt:lpstr>
      <vt:lpstr>Virtual uskuna yaratishda takrorlanish va tarmoqlanish jarayonlari.</vt:lpstr>
      <vt:lpstr>Reja</vt:lpstr>
      <vt:lpstr>Презентация PowerPoint</vt:lpstr>
      <vt:lpstr>LabVIEW-da tsikllarning ikki turi mavjud:</vt:lpstr>
      <vt:lpstr>Презентация PowerPoint</vt:lpstr>
      <vt:lpstr>Tsikllar</vt:lpstr>
      <vt:lpstr>For Loop tsikli. </vt:lpstr>
      <vt:lpstr>While Loop shart tsikli</vt:lpstr>
      <vt:lpstr>Презентация PowerPoint</vt:lpstr>
      <vt:lpstr>Tsiklni bajarilishini vaqt bilan boshqarish</vt:lpstr>
      <vt:lpstr>Varianta strukturasi (Case strukture)</vt:lpstr>
      <vt:lpstr>Sonni kvadrat ildizini hisoblash</vt:lpstr>
      <vt:lpstr>Grafik qurish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ORGTech</dc:creator>
  <cp:lastModifiedBy>ORGTech</cp:lastModifiedBy>
  <cp:revision>11</cp:revision>
  <dcterms:created xsi:type="dcterms:W3CDTF">2024-10-21T03:43:19Z</dcterms:created>
  <dcterms:modified xsi:type="dcterms:W3CDTF">2024-11-02T08:06:57Z</dcterms:modified>
</cp:coreProperties>
</file>