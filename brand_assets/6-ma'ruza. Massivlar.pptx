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6" r:id="rId5"/>
    <p:sldId id="293" r:id="rId6"/>
    <p:sldId id="294" r:id="rId7"/>
    <p:sldId id="312" r:id="rId8"/>
    <p:sldId id="288" r:id="rId9"/>
    <p:sldId id="319" r:id="rId10"/>
    <p:sldId id="320" r:id="rId11"/>
    <p:sldId id="313" r:id="rId12"/>
    <p:sldId id="314" r:id="rId13"/>
    <p:sldId id="315" r:id="rId14"/>
    <p:sldId id="316" r:id="rId15"/>
    <p:sldId id="317" r:id="rId16"/>
    <p:sldId id="318" r:id="rId17"/>
    <p:sldId id="277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988"/>
    <a:srgbClr val="FF3300"/>
    <a:srgbClr val="E85054"/>
    <a:srgbClr val="ECC74A"/>
    <a:srgbClr val="DF3737"/>
    <a:srgbClr val="41A154"/>
    <a:srgbClr val="6E7DB6"/>
    <a:srgbClr val="DAE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60" autoAdjust="0"/>
  </p:normalViewPr>
  <p:slideViewPr>
    <p:cSldViewPr>
      <p:cViewPr varScale="1">
        <p:scale>
          <a:sx n="81" d="100"/>
          <a:sy n="81" d="100"/>
        </p:scale>
        <p:origin x="64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8">
            <a:extLst>
              <a:ext uri="{FF2B5EF4-FFF2-40B4-BE49-F238E27FC236}">
                <a16:creationId xmlns:a16="http://schemas.microsoft.com/office/drawing/2014/main" id="{04480343-BBA4-1723-EA88-BF210F733E24}"/>
              </a:ext>
            </a:extLst>
          </p:cNvPr>
          <p:cNvGrpSpPr>
            <a:grpSpLocks/>
          </p:cNvGrpSpPr>
          <p:nvPr/>
        </p:nvGrpSpPr>
        <p:grpSpPr bwMode="auto">
          <a:xfrm>
            <a:off x="-6350" y="2209800"/>
            <a:ext cx="12198350" cy="4648200"/>
            <a:chOff x="-3" y="1392"/>
            <a:chExt cx="5763" cy="2928"/>
          </a:xfrm>
        </p:grpSpPr>
        <p:sp>
          <p:nvSpPr>
            <p:cNvPr id="3" name="Rectangle 19">
              <a:extLst>
                <a:ext uri="{FF2B5EF4-FFF2-40B4-BE49-F238E27FC236}">
                  <a16:creationId xmlns:a16="http://schemas.microsoft.com/office/drawing/2014/main" id="{0966476C-372A-6EF6-13D5-3A25B34B388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" y="1428"/>
              <a:ext cx="5755" cy="2892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  <p:grpSp>
          <p:nvGrpSpPr>
            <p:cNvPr id="4" name="Group 20">
              <a:extLst>
                <a:ext uri="{FF2B5EF4-FFF2-40B4-BE49-F238E27FC236}">
                  <a16:creationId xmlns:a16="http://schemas.microsoft.com/office/drawing/2014/main" id="{D7E9CA5B-69DC-81FE-7A68-9065356412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" y="1403"/>
              <a:ext cx="1585" cy="2896"/>
              <a:chOff x="116" y="-3"/>
              <a:chExt cx="1585" cy="2896"/>
            </a:xfrm>
          </p:grpSpPr>
          <p:grpSp>
            <p:nvGrpSpPr>
              <p:cNvPr id="3208" name="Group 21">
                <a:extLst>
                  <a:ext uri="{FF2B5EF4-FFF2-40B4-BE49-F238E27FC236}">
                    <a16:creationId xmlns:a16="http://schemas.microsoft.com/office/drawing/2014/main" id="{D43F5803-1D5A-9287-C003-56AE0D526C3A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116" y="-3"/>
                <a:ext cx="748" cy="2893"/>
                <a:chOff x="116" y="-3"/>
                <a:chExt cx="748" cy="2893"/>
              </a:xfrm>
            </p:grpSpPr>
            <p:sp>
              <p:nvSpPr>
                <p:cNvPr id="3236" name="Line 22">
                  <a:extLst>
                    <a:ext uri="{FF2B5EF4-FFF2-40B4-BE49-F238E27FC236}">
                      <a16:creationId xmlns:a16="http://schemas.microsoft.com/office/drawing/2014/main" id="{8E12FD25-435B-5FFF-8562-3C71AD8AE161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144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37" name="Line 23">
                  <a:extLst>
                    <a:ext uri="{FF2B5EF4-FFF2-40B4-BE49-F238E27FC236}">
                      <a16:creationId xmlns:a16="http://schemas.microsoft.com/office/drawing/2014/main" id="{3A4D5DC2-B802-480F-14B6-855E68260346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295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38" name="Line 24">
                  <a:extLst>
                    <a:ext uri="{FF2B5EF4-FFF2-40B4-BE49-F238E27FC236}">
                      <a16:creationId xmlns:a16="http://schemas.microsoft.com/office/drawing/2014/main" id="{F5FF19F1-E126-1C9B-3A4F-470835A32C2D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431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39" name="Line 25">
                  <a:extLst>
                    <a:ext uri="{FF2B5EF4-FFF2-40B4-BE49-F238E27FC236}">
                      <a16:creationId xmlns:a16="http://schemas.microsoft.com/office/drawing/2014/main" id="{CBDD9CAA-3DF4-BE09-7A9C-D987FB8402B5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67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40" name="Line 26">
                  <a:extLst>
                    <a:ext uri="{FF2B5EF4-FFF2-40B4-BE49-F238E27FC236}">
                      <a16:creationId xmlns:a16="http://schemas.microsoft.com/office/drawing/2014/main" id="{DBF7012F-50AC-A0F0-B984-9CFEED81054E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03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41" name="Line 27">
                  <a:extLst>
                    <a:ext uri="{FF2B5EF4-FFF2-40B4-BE49-F238E27FC236}">
                      <a16:creationId xmlns:a16="http://schemas.microsoft.com/office/drawing/2014/main" id="{2543DD70-CA9C-94C2-A4C4-0F4376925C7D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39" y="-3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42" name="Oval 28">
                  <a:extLst>
                    <a:ext uri="{FF2B5EF4-FFF2-40B4-BE49-F238E27FC236}">
                      <a16:creationId xmlns:a16="http://schemas.microsoft.com/office/drawing/2014/main" id="{F5831FDA-FA9B-6915-0C15-4B557C84FCB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36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43" name="Oval 29">
                  <a:extLst>
                    <a:ext uri="{FF2B5EF4-FFF2-40B4-BE49-F238E27FC236}">
                      <a16:creationId xmlns:a16="http://schemas.microsoft.com/office/drawing/2014/main" id="{D7EC151F-FB2D-CB91-5DE5-E91FFD0A602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774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44" name="Oval 30">
                  <a:extLst>
                    <a:ext uri="{FF2B5EF4-FFF2-40B4-BE49-F238E27FC236}">
                      <a16:creationId xmlns:a16="http://schemas.microsoft.com/office/drawing/2014/main" id="{96AA0012-DCB0-82EB-6EE9-D298F4D2FF0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9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45" name="Oval 31">
                  <a:extLst>
                    <a:ext uri="{FF2B5EF4-FFF2-40B4-BE49-F238E27FC236}">
                      <a16:creationId xmlns:a16="http://schemas.microsoft.com/office/drawing/2014/main" id="{BCB0618E-C7E5-3C0A-F078-0F6FB89E04B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77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46" name="Oval 32">
                  <a:extLst>
                    <a:ext uri="{FF2B5EF4-FFF2-40B4-BE49-F238E27FC236}">
                      <a16:creationId xmlns:a16="http://schemas.microsoft.com/office/drawing/2014/main" id="{7F28D7C1-524E-1E1E-2113-8594CD4B50A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50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47" name="Oval 33">
                  <a:extLst>
                    <a:ext uri="{FF2B5EF4-FFF2-40B4-BE49-F238E27FC236}">
                      <a16:creationId xmlns:a16="http://schemas.microsoft.com/office/drawing/2014/main" id="{174475D3-4BCD-3929-26B3-02E176AE1C9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119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48" name="Oval 34">
                  <a:extLst>
                    <a:ext uri="{FF2B5EF4-FFF2-40B4-BE49-F238E27FC236}">
                      <a16:creationId xmlns:a16="http://schemas.microsoft.com/office/drawing/2014/main" id="{C82AF0EB-869E-8D16-203E-50654AA7D0F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6" y="64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49" name="Oval 35">
                  <a:extLst>
                    <a:ext uri="{FF2B5EF4-FFF2-40B4-BE49-F238E27FC236}">
                      <a16:creationId xmlns:a16="http://schemas.microsoft.com/office/drawing/2014/main" id="{7C518B42-9798-B69F-0FBA-E08E64E7F37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106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0" name="Oval 36">
                  <a:extLst>
                    <a:ext uri="{FF2B5EF4-FFF2-40B4-BE49-F238E27FC236}">
                      <a16:creationId xmlns:a16="http://schemas.microsoft.com/office/drawing/2014/main" id="{1DFD5638-7CFC-D9F9-757C-2D35861D3AB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1451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1" name="Oval 37">
                  <a:extLst>
                    <a:ext uri="{FF2B5EF4-FFF2-40B4-BE49-F238E27FC236}">
                      <a16:creationId xmlns:a16="http://schemas.microsoft.com/office/drawing/2014/main" id="{B817BC74-5A49-8821-58FB-03DAC14DEBA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5" y="172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2" name="Oval 38">
                  <a:extLst>
                    <a:ext uri="{FF2B5EF4-FFF2-40B4-BE49-F238E27FC236}">
                      <a16:creationId xmlns:a16="http://schemas.microsoft.com/office/drawing/2014/main" id="{3647DA9C-7530-E430-8EF9-FBEA5175B0C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8" y="146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3" name="Oval 39">
                  <a:extLst>
                    <a:ext uri="{FF2B5EF4-FFF2-40B4-BE49-F238E27FC236}">
                      <a16:creationId xmlns:a16="http://schemas.microsoft.com/office/drawing/2014/main" id="{DD51512C-B37E-67A7-C43E-19CBD72CC48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1329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4" name="Oval 40">
                  <a:extLst>
                    <a:ext uri="{FF2B5EF4-FFF2-40B4-BE49-F238E27FC236}">
                      <a16:creationId xmlns:a16="http://schemas.microsoft.com/office/drawing/2014/main" id="{9D74707E-6E13-D34A-3FD1-0F3B8E229F7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9" y="2145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5" name="Oval 41">
                  <a:extLst>
                    <a:ext uri="{FF2B5EF4-FFF2-40B4-BE49-F238E27FC236}">
                      <a16:creationId xmlns:a16="http://schemas.microsoft.com/office/drawing/2014/main" id="{4FBAFDB2-F348-0597-0968-972238A9DAB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6" y="241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6" name="Oval 42">
                  <a:extLst>
                    <a:ext uri="{FF2B5EF4-FFF2-40B4-BE49-F238E27FC236}">
                      <a16:creationId xmlns:a16="http://schemas.microsoft.com/office/drawing/2014/main" id="{9655DD11-DD60-4075-5671-BD40FE853D36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2" y="1865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7" name="Oval 43">
                  <a:extLst>
                    <a:ext uri="{FF2B5EF4-FFF2-40B4-BE49-F238E27FC236}">
                      <a16:creationId xmlns:a16="http://schemas.microsoft.com/office/drawing/2014/main" id="{9477AFCE-B50F-ED80-1670-56393C88EF0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7" y="2147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8" name="Oval 44">
                  <a:extLst>
                    <a:ext uri="{FF2B5EF4-FFF2-40B4-BE49-F238E27FC236}">
                      <a16:creationId xmlns:a16="http://schemas.microsoft.com/office/drawing/2014/main" id="{200C58AB-40DF-C676-3F03-789EA63EBC2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4" y="283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59" name="Oval 45">
                  <a:extLst>
                    <a:ext uri="{FF2B5EF4-FFF2-40B4-BE49-F238E27FC236}">
                      <a16:creationId xmlns:a16="http://schemas.microsoft.com/office/drawing/2014/main" id="{0CAA579E-2839-C10A-1555-114D9635E43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8" y="2000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60" name="Oval 46">
                  <a:extLst>
                    <a:ext uri="{FF2B5EF4-FFF2-40B4-BE49-F238E27FC236}">
                      <a16:creationId xmlns:a16="http://schemas.microsoft.com/office/drawing/2014/main" id="{A1725F1A-35AC-583B-2FAA-EFD8928056A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72" y="256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61" name="Oval 47">
                  <a:extLst>
                    <a:ext uri="{FF2B5EF4-FFF2-40B4-BE49-F238E27FC236}">
                      <a16:creationId xmlns:a16="http://schemas.microsoft.com/office/drawing/2014/main" id="{AC2029ED-03EF-3811-FEA3-A05CE1F5349D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270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</p:grpSp>
          <p:grpSp>
            <p:nvGrpSpPr>
              <p:cNvPr id="3209" name="Group 48">
                <a:extLst>
                  <a:ext uri="{FF2B5EF4-FFF2-40B4-BE49-F238E27FC236}">
                    <a16:creationId xmlns:a16="http://schemas.microsoft.com/office/drawing/2014/main" id="{E6D253DF-C7AB-1BBE-6992-C957E922686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953" y="0"/>
                <a:ext cx="748" cy="2893"/>
                <a:chOff x="116" y="-3"/>
                <a:chExt cx="748" cy="2893"/>
              </a:xfrm>
            </p:grpSpPr>
            <p:sp>
              <p:nvSpPr>
                <p:cNvPr id="3210" name="Line 49">
                  <a:extLst>
                    <a:ext uri="{FF2B5EF4-FFF2-40B4-BE49-F238E27FC236}">
                      <a16:creationId xmlns:a16="http://schemas.microsoft.com/office/drawing/2014/main" id="{778801DB-955B-2B48-D304-A2E10F1192B8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144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11" name="Line 50">
                  <a:extLst>
                    <a:ext uri="{FF2B5EF4-FFF2-40B4-BE49-F238E27FC236}">
                      <a16:creationId xmlns:a16="http://schemas.microsoft.com/office/drawing/2014/main" id="{372EAA69-F00E-8A57-E8EB-D428C20ABD2A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295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12" name="Line 51">
                  <a:extLst>
                    <a:ext uri="{FF2B5EF4-FFF2-40B4-BE49-F238E27FC236}">
                      <a16:creationId xmlns:a16="http://schemas.microsoft.com/office/drawing/2014/main" id="{700C738E-1962-A703-9BBD-025BE507985F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431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13" name="Line 52">
                  <a:extLst>
                    <a:ext uri="{FF2B5EF4-FFF2-40B4-BE49-F238E27FC236}">
                      <a16:creationId xmlns:a16="http://schemas.microsoft.com/office/drawing/2014/main" id="{C381E187-1F6E-DC82-301E-7DFCD2CF6AB9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67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14" name="Line 53">
                  <a:extLst>
                    <a:ext uri="{FF2B5EF4-FFF2-40B4-BE49-F238E27FC236}">
                      <a16:creationId xmlns:a16="http://schemas.microsoft.com/office/drawing/2014/main" id="{6A289992-FCDD-EE4E-ECA9-F16896DCDCB3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03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15" name="Line 54">
                  <a:extLst>
                    <a:ext uri="{FF2B5EF4-FFF2-40B4-BE49-F238E27FC236}">
                      <a16:creationId xmlns:a16="http://schemas.microsoft.com/office/drawing/2014/main" id="{D8BE40AE-226B-19FC-D238-736F9DBC3168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39" y="-3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16" name="Oval 55">
                  <a:extLst>
                    <a:ext uri="{FF2B5EF4-FFF2-40B4-BE49-F238E27FC236}">
                      <a16:creationId xmlns:a16="http://schemas.microsoft.com/office/drawing/2014/main" id="{3A5D8885-7DDA-085D-37A0-F8CB01CD38C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36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17" name="Oval 56">
                  <a:extLst>
                    <a:ext uri="{FF2B5EF4-FFF2-40B4-BE49-F238E27FC236}">
                      <a16:creationId xmlns:a16="http://schemas.microsoft.com/office/drawing/2014/main" id="{9BE9AC14-93F3-E22E-E68A-CDB50CD6678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774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18" name="Oval 57">
                  <a:extLst>
                    <a:ext uri="{FF2B5EF4-FFF2-40B4-BE49-F238E27FC236}">
                      <a16:creationId xmlns:a16="http://schemas.microsoft.com/office/drawing/2014/main" id="{48E7EFF3-7EB6-73D4-18E0-C601C8F763F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9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19" name="Oval 58">
                  <a:extLst>
                    <a:ext uri="{FF2B5EF4-FFF2-40B4-BE49-F238E27FC236}">
                      <a16:creationId xmlns:a16="http://schemas.microsoft.com/office/drawing/2014/main" id="{461AD00F-305D-DF47-32C3-7B27B9B7132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77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0" name="Oval 59">
                  <a:extLst>
                    <a:ext uri="{FF2B5EF4-FFF2-40B4-BE49-F238E27FC236}">
                      <a16:creationId xmlns:a16="http://schemas.microsoft.com/office/drawing/2014/main" id="{3CF5CEEF-6E56-C830-4980-B0EFC0827DA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50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1" name="Oval 60">
                  <a:extLst>
                    <a:ext uri="{FF2B5EF4-FFF2-40B4-BE49-F238E27FC236}">
                      <a16:creationId xmlns:a16="http://schemas.microsoft.com/office/drawing/2014/main" id="{0E5BBDFC-31CC-6F6B-6586-CCB9E80551BD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119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2" name="Oval 61">
                  <a:extLst>
                    <a:ext uri="{FF2B5EF4-FFF2-40B4-BE49-F238E27FC236}">
                      <a16:creationId xmlns:a16="http://schemas.microsoft.com/office/drawing/2014/main" id="{C3988725-4A81-2572-43A0-F98A8D0E9BC6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6" y="64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3" name="Oval 62">
                  <a:extLst>
                    <a:ext uri="{FF2B5EF4-FFF2-40B4-BE49-F238E27FC236}">
                      <a16:creationId xmlns:a16="http://schemas.microsoft.com/office/drawing/2014/main" id="{36404BA9-0D5A-417D-6B8A-67F670ABE13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106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4" name="Oval 63">
                  <a:extLst>
                    <a:ext uri="{FF2B5EF4-FFF2-40B4-BE49-F238E27FC236}">
                      <a16:creationId xmlns:a16="http://schemas.microsoft.com/office/drawing/2014/main" id="{D3C867D9-CD0B-0009-3ECF-3A0610DBF90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1451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5" name="Oval 64">
                  <a:extLst>
                    <a:ext uri="{FF2B5EF4-FFF2-40B4-BE49-F238E27FC236}">
                      <a16:creationId xmlns:a16="http://schemas.microsoft.com/office/drawing/2014/main" id="{A7A20BFB-BECF-DF13-B781-6341DEF1CAE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5" y="172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6" name="Oval 65">
                  <a:extLst>
                    <a:ext uri="{FF2B5EF4-FFF2-40B4-BE49-F238E27FC236}">
                      <a16:creationId xmlns:a16="http://schemas.microsoft.com/office/drawing/2014/main" id="{ACE36DEF-6742-20C8-C6F8-32D95C3B6B7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8" y="146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7" name="Oval 66">
                  <a:extLst>
                    <a:ext uri="{FF2B5EF4-FFF2-40B4-BE49-F238E27FC236}">
                      <a16:creationId xmlns:a16="http://schemas.microsoft.com/office/drawing/2014/main" id="{26016969-2E0F-F8AF-16E5-B115E03561A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1329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8" name="Oval 67">
                  <a:extLst>
                    <a:ext uri="{FF2B5EF4-FFF2-40B4-BE49-F238E27FC236}">
                      <a16:creationId xmlns:a16="http://schemas.microsoft.com/office/drawing/2014/main" id="{C33C1CE5-C8B8-13AC-525E-C02A95DFA0E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9" y="2145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29" name="Oval 68">
                  <a:extLst>
                    <a:ext uri="{FF2B5EF4-FFF2-40B4-BE49-F238E27FC236}">
                      <a16:creationId xmlns:a16="http://schemas.microsoft.com/office/drawing/2014/main" id="{E903DBCC-207C-EAF0-570A-8B4DD774181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6" y="241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30" name="Oval 69">
                  <a:extLst>
                    <a:ext uri="{FF2B5EF4-FFF2-40B4-BE49-F238E27FC236}">
                      <a16:creationId xmlns:a16="http://schemas.microsoft.com/office/drawing/2014/main" id="{2B5FB9C0-EA99-8006-1410-45D59DA7AA9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2" y="1865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31" name="Oval 70">
                  <a:extLst>
                    <a:ext uri="{FF2B5EF4-FFF2-40B4-BE49-F238E27FC236}">
                      <a16:creationId xmlns:a16="http://schemas.microsoft.com/office/drawing/2014/main" id="{7880ADAB-19DB-9E80-0C4F-C5F65C1775C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7" y="2147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32" name="Oval 71">
                  <a:extLst>
                    <a:ext uri="{FF2B5EF4-FFF2-40B4-BE49-F238E27FC236}">
                      <a16:creationId xmlns:a16="http://schemas.microsoft.com/office/drawing/2014/main" id="{36A04B3B-C9B4-E917-7A63-D6DD60802BB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4" y="283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33" name="Oval 72">
                  <a:extLst>
                    <a:ext uri="{FF2B5EF4-FFF2-40B4-BE49-F238E27FC236}">
                      <a16:creationId xmlns:a16="http://schemas.microsoft.com/office/drawing/2014/main" id="{AE889BD3-5822-532A-B567-11F34851676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8" y="2000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34" name="Oval 73">
                  <a:extLst>
                    <a:ext uri="{FF2B5EF4-FFF2-40B4-BE49-F238E27FC236}">
                      <a16:creationId xmlns:a16="http://schemas.microsoft.com/office/drawing/2014/main" id="{9019EEE4-0C57-DB3E-E06C-841F82B53E06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72" y="256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35" name="Oval 74">
                  <a:extLst>
                    <a:ext uri="{FF2B5EF4-FFF2-40B4-BE49-F238E27FC236}">
                      <a16:creationId xmlns:a16="http://schemas.microsoft.com/office/drawing/2014/main" id="{38F96B62-5FDE-1ABF-FCFE-DB8EC29CF38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270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</p:grpSp>
        </p:grpSp>
        <p:grpSp>
          <p:nvGrpSpPr>
            <p:cNvPr id="5" name="Group 75">
              <a:extLst>
                <a:ext uri="{FF2B5EF4-FFF2-40B4-BE49-F238E27FC236}">
                  <a16:creationId xmlns:a16="http://schemas.microsoft.com/office/drawing/2014/main" id="{F8190C3A-2EDB-09A0-E0D8-A10DF7A6F3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1" y="1406"/>
              <a:ext cx="1585" cy="2896"/>
              <a:chOff x="116" y="-3"/>
              <a:chExt cx="1585" cy="2896"/>
            </a:xfrm>
          </p:grpSpPr>
          <p:grpSp>
            <p:nvGrpSpPr>
              <p:cNvPr id="3154" name="Group 76">
                <a:extLst>
                  <a:ext uri="{FF2B5EF4-FFF2-40B4-BE49-F238E27FC236}">
                    <a16:creationId xmlns:a16="http://schemas.microsoft.com/office/drawing/2014/main" id="{08C3CB79-9687-FAA0-C677-0F613B1BFDEF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116" y="-3"/>
                <a:ext cx="748" cy="2893"/>
                <a:chOff x="116" y="-3"/>
                <a:chExt cx="748" cy="2893"/>
              </a:xfrm>
            </p:grpSpPr>
            <p:sp>
              <p:nvSpPr>
                <p:cNvPr id="3182" name="Line 77">
                  <a:extLst>
                    <a:ext uri="{FF2B5EF4-FFF2-40B4-BE49-F238E27FC236}">
                      <a16:creationId xmlns:a16="http://schemas.microsoft.com/office/drawing/2014/main" id="{470A10EF-7C5B-F82F-7B7C-CBC7E7F40624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144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83" name="Line 78">
                  <a:extLst>
                    <a:ext uri="{FF2B5EF4-FFF2-40B4-BE49-F238E27FC236}">
                      <a16:creationId xmlns:a16="http://schemas.microsoft.com/office/drawing/2014/main" id="{1EBECDEA-023E-2A94-D4F9-9FD2F1215DE1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295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84" name="Line 79">
                  <a:extLst>
                    <a:ext uri="{FF2B5EF4-FFF2-40B4-BE49-F238E27FC236}">
                      <a16:creationId xmlns:a16="http://schemas.microsoft.com/office/drawing/2014/main" id="{B9702475-EA27-66F4-589D-5176A902C55C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431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85" name="Line 80">
                  <a:extLst>
                    <a:ext uri="{FF2B5EF4-FFF2-40B4-BE49-F238E27FC236}">
                      <a16:creationId xmlns:a16="http://schemas.microsoft.com/office/drawing/2014/main" id="{A9FCBF0C-4A05-21ED-2BB3-9DC74B6EB273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67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86" name="Line 81">
                  <a:extLst>
                    <a:ext uri="{FF2B5EF4-FFF2-40B4-BE49-F238E27FC236}">
                      <a16:creationId xmlns:a16="http://schemas.microsoft.com/office/drawing/2014/main" id="{ECF44E5B-E71B-3A4C-C5DD-2F51104F4AC2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03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87" name="Line 82">
                  <a:extLst>
                    <a:ext uri="{FF2B5EF4-FFF2-40B4-BE49-F238E27FC236}">
                      <a16:creationId xmlns:a16="http://schemas.microsoft.com/office/drawing/2014/main" id="{D8869A41-8E1B-9251-C71A-2497A01C96EA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39" y="-3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88" name="Oval 83">
                  <a:extLst>
                    <a:ext uri="{FF2B5EF4-FFF2-40B4-BE49-F238E27FC236}">
                      <a16:creationId xmlns:a16="http://schemas.microsoft.com/office/drawing/2014/main" id="{C6C1EF93-8309-DACB-0AA2-D03487E1C09D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36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89" name="Oval 84">
                  <a:extLst>
                    <a:ext uri="{FF2B5EF4-FFF2-40B4-BE49-F238E27FC236}">
                      <a16:creationId xmlns:a16="http://schemas.microsoft.com/office/drawing/2014/main" id="{BDBD8904-F0F1-45D6-A33D-170351B5406D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774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0" name="Oval 85">
                  <a:extLst>
                    <a:ext uri="{FF2B5EF4-FFF2-40B4-BE49-F238E27FC236}">
                      <a16:creationId xmlns:a16="http://schemas.microsoft.com/office/drawing/2014/main" id="{62E6E807-2A29-299D-C1D4-B4AC9ECF9D1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9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1" name="Oval 86">
                  <a:extLst>
                    <a:ext uri="{FF2B5EF4-FFF2-40B4-BE49-F238E27FC236}">
                      <a16:creationId xmlns:a16="http://schemas.microsoft.com/office/drawing/2014/main" id="{183F22D6-0FF0-44F9-B298-61720124608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77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2" name="Oval 87">
                  <a:extLst>
                    <a:ext uri="{FF2B5EF4-FFF2-40B4-BE49-F238E27FC236}">
                      <a16:creationId xmlns:a16="http://schemas.microsoft.com/office/drawing/2014/main" id="{17AFC386-6777-C8C7-3A37-938E0B862D7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50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3" name="Oval 88">
                  <a:extLst>
                    <a:ext uri="{FF2B5EF4-FFF2-40B4-BE49-F238E27FC236}">
                      <a16:creationId xmlns:a16="http://schemas.microsoft.com/office/drawing/2014/main" id="{755EF89C-8B8D-9025-A341-54B01ABCDDB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119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4" name="Oval 89">
                  <a:extLst>
                    <a:ext uri="{FF2B5EF4-FFF2-40B4-BE49-F238E27FC236}">
                      <a16:creationId xmlns:a16="http://schemas.microsoft.com/office/drawing/2014/main" id="{730DF06B-5F11-DB0C-2261-FD6F8D2A12E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6" y="64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5" name="Oval 90">
                  <a:extLst>
                    <a:ext uri="{FF2B5EF4-FFF2-40B4-BE49-F238E27FC236}">
                      <a16:creationId xmlns:a16="http://schemas.microsoft.com/office/drawing/2014/main" id="{4EC0BC1D-0179-2CBC-49C1-AE216907E62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106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6" name="Oval 91">
                  <a:extLst>
                    <a:ext uri="{FF2B5EF4-FFF2-40B4-BE49-F238E27FC236}">
                      <a16:creationId xmlns:a16="http://schemas.microsoft.com/office/drawing/2014/main" id="{9DD62C54-E8AD-7545-6E39-895BE742B59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1451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7" name="Oval 92">
                  <a:extLst>
                    <a:ext uri="{FF2B5EF4-FFF2-40B4-BE49-F238E27FC236}">
                      <a16:creationId xmlns:a16="http://schemas.microsoft.com/office/drawing/2014/main" id="{B6FB5309-9AEE-8121-6A27-CD5CB805B5C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5" y="172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8" name="Oval 93">
                  <a:extLst>
                    <a:ext uri="{FF2B5EF4-FFF2-40B4-BE49-F238E27FC236}">
                      <a16:creationId xmlns:a16="http://schemas.microsoft.com/office/drawing/2014/main" id="{2B042883-BF12-4E06-E538-0642C612AD2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8" y="146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99" name="Oval 94">
                  <a:extLst>
                    <a:ext uri="{FF2B5EF4-FFF2-40B4-BE49-F238E27FC236}">
                      <a16:creationId xmlns:a16="http://schemas.microsoft.com/office/drawing/2014/main" id="{AFF5549C-AF79-870F-97A4-F3A7B94B2CF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9" y="1329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0" name="Oval 95">
                  <a:extLst>
                    <a:ext uri="{FF2B5EF4-FFF2-40B4-BE49-F238E27FC236}">
                      <a16:creationId xmlns:a16="http://schemas.microsoft.com/office/drawing/2014/main" id="{DEFA9D48-6F3E-22A1-B2A3-DFDA632AA34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8" y="2145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1" name="Oval 96">
                  <a:extLst>
                    <a:ext uri="{FF2B5EF4-FFF2-40B4-BE49-F238E27FC236}">
                      <a16:creationId xmlns:a16="http://schemas.microsoft.com/office/drawing/2014/main" id="{12BE2783-8512-BAFA-8308-B96F3C9C605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6" y="241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2" name="Oval 97">
                  <a:extLst>
                    <a:ext uri="{FF2B5EF4-FFF2-40B4-BE49-F238E27FC236}">
                      <a16:creationId xmlns:a16="http://schemas.microsoft.com/office/drawing/2014/main" id="{72B3D53E-3660-13F0-E481-4AD81701598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1" y="1865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3" name="Oval 98">
                  <a:extLst>
                    <a:ext uri="{FF2B5EF4-FFF2-40B4-BE49-F238E27FC236}">
                      <a16:creationId xmlns:a16="http://schemas.microsoft.com/office/drawing/2014/main" id="{8ED32A18-CA6F-A315-CE91-03C01F2856C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6" y="2147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4" name="Oval 99">
                  <a:extLst>
                    <a:ext uri="{FF2B5EF4-FFF2-40B4-BE49-F238E27FC236}">
                      <a16:creationId xmlns:a16="http://schemas.microsoft.com/office/drawing/2014/main" id="{7AB31C2D-6592-8FA1-7CC4-55A4B55A5DB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4" y="283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5" name="Oval 100">
                  <a:extLst>
                    <a:ext uri="{FF2B5EF4-FFF2-40B4-BE49-F238E27FC236}">
                      <a16:creationId xmlns:a16="http://schemas.microsoft.com/office/drawing/2014/main" id="{D6B14679-0DF5-B868-6416-8D73549C3DE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8" y="2000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6" name="Oval 101">
                  <a:extLst>
                    <a:ext uri="{FF2B5EF4-FFF2-40B4-BE49-F238E27FC236}">
                      <a16:creationId xmlns:a16="http://schemas.microsoft.com/office/drawing/2014/main" id="{BFDD13C8-7AC0-26A0-60AB-0D2ED00628C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72" y="256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207" name="Oval 102">
                  <a:extLst>
                    <a:ext uri="{FF2B5EF4-FFF2-40B4-BE49-F238E27FC236}">
                      <a16:creationId xmlns:a16="http://schemas.microsoft.com/office/drawing/2014/main" id="{9B8F510C-0162-8235-96BE-302D7609C20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9" y="270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</p:grpSp>
          <p:grpSp>
            <p:nvGrpSpPr>
              <p:cNvPr id="3155" name="Group 103">
                <a:extLst>
                  <a:ext uri="{FF2B5EF4-FFF2-40B4-BE49-F238E27FC236}">
                    <a16:creationId xmlns:a16="http://schemas.microsoft.com/office/drawing/2014/main" id="{9394FB95-5265-87C1-C222-9D0539F5226A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953" y="0"/>
                <a:ext cx="748" cy="2893"/>
                <a:chOff x="116" y="-3"/>
                <a:chExt cx="748" cy="2893"/>
              </a:xfrm>
            </p:grpSpPr>
            <p:sp>
              <p:nvSpPr>
                <p:cNvPr id="3156" name="Line 104">
                  <a:extLst>
                    <a:ext uri="{FF2B5EF4-FFF2-40B4-BE49-F238E27FC236}">
                      <a16:creationId xmlns:a16="http://schemas.microsoft.com/office/drawing/2014/main" id="{A7585CF8-6781-F2E4-4451-DC9EA39E899C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144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57" name="Line 105">
                  <a:extLst>
                    <a:ext uri="{FF2B5EF4-FFF2-40B4-BE49-F238E27FC236}">
                      <a16:creationId xmlns:a16="http://schemas.microsoft.com/office/drawing/2014/main" id="{72EFD9E2-1C20-B28E-C988-21890174D991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295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58" name="Line 106">
                  <a:extLst>
                    <a:ext uri="{FF2B5EF4-FFF2-40B4-BE49-F238E27FC236}">
                      <a16:creationId xmlns:a16="http://schemas.microsoft.com/office/drawing/2014/main" id="{B01843AA-FFAF-211A-A453-282C07C1636C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431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59" name="Line 107">
                  <a:extLst>
                    <a:ext uri="{FF2B5EF4-FFF2-40B4-BE49-F238E27FC236}">
                      <a16:creationId xmlns:a16="http://schemas.microsoft.com/office/drawing/2014/main" id="{7637AF7C-212C-627E-D68E-2AD0F58E34AE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67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60" name="Line 108">
                  <a:extLst>
                    <a:ext uri="{FF2B5EF4-FFF2-40B4-BE49-F238E27FC236}">
                      <a16:creationId xmlns:a16="http://schemas.microsoft.com/office/drawing/2014/main" id="{0E5F97A8-3BAF-5D99-BF7C-171BAE87F630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03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61" name="Line 109">
                  <a:extLst>
                    <a:ext uri="{FF2B5EF4-FFF2-40B4-BE49-F238E27FC236}">
                      <a16:creationId xmlns:a16="http://schemas.microsoft.com/office/drawing/2014/main" id="{A804F6DD-5817-19F6-0724-C0C000E1610D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39" y="-3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62" name="Oval 110">
                  <a:extLst>
                    <a:ext uri="{FF2B5EF4-FFF2-40B4-BE49-F238E27FC236}">
                      <a16:creationId xmlns:a16="http://schemas.microsoft.com/office/drawing/2014/main" id="{BE45016B-08BD-E250-2A68-86F6746A70C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36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63" name="Oval 111">
                  <a:extLst>
                    <a:ext uri="{FF2B5EF4-FFF2-40B4-BE49-F238E27FC236}">
                      <a16:creationId xmlns:a16="http://schemas.microsoft.com/office/drawing/2014/main" id="{76FE676F-51D7-DF5F-32A6-4FAF3BF5531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774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64" name="Oval 112">
                  <a:extLst>
                    <a:ext uri="{FF2B5EF4-FFF2-40B4-BE49-F238E27FC236}">
                      <a16:creationId xmlns:a16="http://schemas.microsoft.com/office/drawing/2014/main" id="{206FD862-BE78-768A-AC33-7C713F1AA60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9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65" name="Oval 113">
                  <a:extLst>
                    <a:ext uri="{FF2B5EF4-FFF2-40B4-BE49-F238E27FC236}">
                      <a16:creationId xmlns:a16="http://schemas.microsoft.com/office/drawing/2014/main" id="{9C97A671-6095-415D-6F54-B754F9F46F4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77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66" name="Oval 114">
                  <a:extLst>
                    <a:ext uri="{FF2B5EF4-FFF2-40B4-BE49-F238E27FC236}">
                      <a16:creationId xmlns:a16="http://schemas.microsoft.com/office/drawing/2014/main" id="{E0D6AD25-BD7B-F708-A8DB-D8429456EF0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50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67" name="Oval 115">
                  <a:extLst>
                    <a:ext uri="{FF2B5EF4-FFF2-40B4-BE49-F238E27FC236}">
                      <a16:creationId xmlns:a16="http://schemas.microsoft.com/office/drawing/2014/main" id="{06A7A963-3E3B-9E02-2C54-0D1AA3B5C3C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119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68" name="Oval 116">
                  <a:extLst>
                    <a:ext uri="{FF2B5EF4-FFF2-40B4-BE49-F238E27FC236}">
                      <a16:creationId xmlns:a16="http://schemas.microsoft.com/office/drawing/2014/main" id="{DC31A5E6-7E55-A32C-785B-D79B8934796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6" y="64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69" name="Oval 117">
                  <a:extLst>
                    <a:ext uri="{FF2B5EF4-FFF2-40B4-BE49-F238E27FC236}">
                      <a16:creationId xmlns:a16="http://schemas.microsoft.com/office/drawing/2014/main" id="{ECA22AA3-CD95-5B60-0F24-66E364F7419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106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0" name="Oval 118">
                  <a:extLst>
                    <a:ext uri="{FF2B5EF4-FFF2-40B4-BE49-F238E27FC236}">
                      <a16:creationId xmlns:a16="http://schemas.microsoft.com/office/drawing/2014/main" id="{61B4CEA9-A27C-528D-9AD9-E186F523F2F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1451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1" name="Oval 119">
                  <a:extLst>
                    <a:ext uri="{FF2B5EF4-FFF2-40B4-BE49-F238E27FC236}">
                      <a16:creationId xmlns:a16="http://schemas.microsoft.com/office/drawing/2014/main" id="{60A90E3F-EC08-3FA7-FB39-3CC950EBFB8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5" y="172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2" name="Oval 120">
                  <a:extLst>
                    <a:ext uri="{FF2B5EF4-FFF2-40B4-BE49-F238E27FC236}">
                      <a16:creationId xmlns:a16="http://schemas.microsoft.com/office/drawing/2014/main" id="{4F790202-A570-F36F-5450-2A667C72347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8" y="146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3" name="Oval 121">
                  <a:extLst>
                    <a:ext uri="{FF2B5EF4-FFF2-40B4-BE49-F238E27FC236}">
                      <a16:creationId xmlns:a16="http://schemas.microsoft.com/office/drawing/2014/main" id="{A1DB00DB-C84D-8776-9EC6-19D67EE1B5E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9" y="1329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4" name="Oval 122">
                  <a:extLst>
                    <a:ext uri="{FF2B5EF4-FFF2-40B4-BE49-F238E27FC236}">
                      <a16:creationId xmlns:a16="http://schemas.microsoft.com/office/drawing/2014/main" id="{A70056E7-6C71-6269-EC79-EE4BC735349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8" y="2145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5" name="Oval 123">
                  <a:extLst>
                    <a:ext uri="{FF2B5EF4-FFF2-40B4-BE49-F238E27FC236}">
                      <a16:creationId xmlns:a16="http://schemas.microsoft.com/office/drawing/2014/main" id="{C6C30783-B1A1-D05B-234E-65368B5EB4C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6" y="241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6" name="Oval 124">
                  <a:extLst>
                    <a:ext uri="{FF2B5EF4-FFF2-40B4-BE49-F238E27FC236}">
                      <a16:creationId xmlns:a16="http://schemas.microsoft.com/office/drawing/2014/main" id="{39698B1A-1DB4-DBA0-AEF7-1C3C43ABBE3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1" y="1865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7" name="Oval 125">
                  <a:extLst>
                    <a:ext uri="{FF2B5EF4-FFF2-40B4-BE49-F238E27FC236}">
                      <a16:creationId xmlns:a16="http://schemas.microsoft.com/office/drawing/2014/main" id="{37D90AD1-5010-3D50-FCDA-834865EEE01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6" y="2147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8" name="Oval 126">
                  <a:extLst>
                    <a:ext uri="{FF2B5EF4-FFF2-40B4-BE49-F238E27FC236}">
                      <a16:creationId xmlns:a16="http://schemas.microsoft.com/office/drawing/2014/main" id="{31B46972-1D07-7CA7-B31D-1928F98878A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4" y="283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79" name="Oval 127">
                  <a:extLst>
                    <a:ext uri="{FF2B5EF4-FFF2-40B4-BE49-F238E27FC236}">
                      <a16:creationId xmlns:a16="http://schemas.microsoft.com/office/drawing/2014/main" id="{8A2952AC-4C3B-9D45-E2A7-5CA2494CB98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8" y="2000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80" name="Oval 128">
                  <a:extLst>
                    <a:ext uri="{FF2B5EF4-FFF2-40B4-BE49-F238E27FC236}">
                      <a16:creationId xmlns:a16="http://schemas.microsoft.com/office/drawing/2014/main" id="{555548C6-7879-5C50-35E1-DB50205FB66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72" y="256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81" name="Oval 129">
                  <a:extLst>
                    <a:ext uri="{FF2B5EF4-FFF2-40B4-BE49-F238E27FC236}">
                      <a16:creationId xmlns:a16="http://schemas.microsoft.com/office/drawing/2014/main" id="{793FDC35-8C28-10BD-E9B0-C054CEDE05B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9" y="270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</p:grpSp>
        </p:grpSp>
        <p:grpSp>
          <p:nvGrpSpPr>
            <p:cNvPr id="6" name="Group 130">
              <a:extLst>
                <a:ext uri="{FF2B5EF4-FFF2-40B4-BE49-F238E27FC236}">
                  <a16:creationId xmlns:a16="http://schemas.microsoft.com/office/drawing/2014/main" id="{546053AE-82D2-8190-08A9-0F66251804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0" y="1406"/>
              <a:ext cx="1585" cy="2896"/>
              <a:chOff x="116" y="-3"/>
              <a:chExt cx="1585" cy="2896"/>
            </a:xfrm>
          </p:grpSpPr>
          <p:grpSp>
            <p:nvGrpSpPr>
              <p:cNvPr id="3100" name="Group 131">
                <a:extLst>
                  <a:ext uri="{FF2B5EF4-FFF2-40B4-BE49-F238E27FC236}">
                    <a16:creationId xmlns:a16="http://schemas.microsoft.com/office/drawing/2014/main" id="{B7C79161-C5F1-12CF-CCB3-18E8D2871D56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116" y="-3"/>
                <a:ext cx="748" cy="2893"/>
                <a:chOff x="116" y="-3"/>
                <a:chExt cx="748" cy="2893"/>
              </a:xfrm>
            </p:grpSpPr>
            <p:sp>
              <p:nvSpPr>
                <p:cNvPr id="3128" name="Line 132">
                  <a:extLst>
                    <a:ext uri="{FF2B5EF4-FFF2-40B4-BE49-F238E27FC236}">
                      <a16:creationId xmlns:a16="http://schemas.microsoft.com/office/drawing/2014/main" id="{ACFCCD9F-A8FB-A951-59E2-944CE9F5232F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144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29" name="Line 133">
                  <a:extLst>
                    <a:ext uri="{FF2B5EF4-FFF2-40B4-BE49-F238E27FC236}">
                      <a16:creationId xmlns:a16="http://schemas.microsoft.com/office/drawing/2014/main" id="{73A36C60-11C9-6593-3E8E-03AB48A441CB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295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30" name="Line 134">
                  <a:extLst>
                    <a:ext uri="{FF2B5EF4-FFF2-40B4-BE49-F238E27FC236}">
                      <a16:creationId xmlns:a16="http://schemas.microsoft.com/office/drawing/2014/main" id="{93D2498D-CD84-ECB5-F977-D113F1C56847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431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31" name="Line 135">
                  <a:extLst>
                    <a:ext uri="{FF2B5EF4-FFF2-40B4-BE49-F238E27FC236}">
                      <a16:creationId xmlns:a16="http://schemas.microsoft.com/office/drawing/2014/main" id="{54CD219F-9D13-DE56-575C-09A5EFF5DB93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67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32" name="Line 136">
                  <a:extLst>
                    <a:ext uri="{FF2B5EF4-FFF2-40B4-BE49-F238E27FC236}">
                      <a16:creationId xmlns:a16="http://schemas.microsoft.com/office/drawing/2014/main" id="{FD7DEBB2-9B37-D3FD-23B8-ABDB616E8E6C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03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33" name="Line 137">
                  <a:extLst>
                    <a:ext uri="{FF2B5EF4-FFF2-40B4-BE49-F238E27FC236}">
                      <a16:creationId xmlns:a16="http://schemas.microsoft.com/office/drawing/2014/main" id="{B12A3CA1-516D-4F51-D8FD-1DD4C8E9D64E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39" y="-3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34" name="Oval 138">
                  <a:extLst>
                    <a:ext uri="{FF2B5EF4-FFF2-40B4-BE49-F238E27FC236}">
                      <a16:creationId xmlns:a16="http://schemas.microsoft.com/office/drawing/2014/main" id="{8A9C3137-04DF-B49A-1100-DD106F0F3C66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36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35" name="Oval 139">
                  <a:extLst>
                    <a:ext uri="{FF2B5EF4-FFF2-40B4-BE49-F238E27FC236}">
                      <a16:creationId xmlns:a16="http://schemas.microsoft.com/office/drawing/2014/main" id="{68B17941-95FC-319D-E30A-8DDAFB916330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774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36" name="Oval 140">
                  <a:extLst>
                    <a:ext uri="{FF2B5EF4-FFF2-40B4-BE49-F238E27FC236}">
                      <a16:creationId xmlns:a16="http://schemas.microsoft.com/office/drawing/2014/main" id="{1AD3D39B-F32C-64AA-2F6D-9A7966498CB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9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37" name="Oval 141">
                  <a:extLst>
                    <a:ext uri="{FF2B5EF4-FFF2-40B4-BE49-F238E27FC236}">
                      <a16:creationId xmlns:a16="http://schemas.microsoft.com/office/drawing/2014/main" id="{0E6CE8EE-6787-C7EF-8C6E-3349E812CFB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77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38" name="Oval 142">
                  <a:extLst>
                    <a:ext uri="{FF2B5EF4-FFF2-40B4-BE49-F238E27FC236}">
                      <a16:creationId xmlns:a16="http://schemas.microsoft.com/office/drawing/2014/main" id="{3E924D50-7B09-9E12-EBE2-96237BF7733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50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39" name="Oval 143">
                  <a:extLst>
                    <a:ext uri="{FF2B5EF4-FFF2-40B4-BE49-F238E27FC236}">
                      <a16:creationId xmlns:a16="http://schemas.microsoft.com/office/drawing/2014/main" id="{F7913E67-B52F-9743-0C5E-7EDDBB1BF3C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119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0" name="Oval 144">
                  <a:extLst>
                    <a:ext uri="{FF2B5EF4-FFF2-40B4-BE49-F238E27FC236}">
                      <a16:creationId xmlns:a16="http://schemas.microsoft.com/office/drawing/2014/main" id="{C1CD96CE-8E55-5023-8720-28B5B83F4246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6" y="64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1" name="Oval 145">
                  <a:extLst>
                    <a:ext uri="{FF2B5EF4-FFF2-40B4-BE49-F238E27FC236}">
                      <a16:creationId xmlns:a16="http://schemas.microsoft.com/office/drawing/2014/main" id="{D0264ACD-2E41-D0CB-9350-9F150312F36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106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2" name="Oval 146">
                  <a:extLst>
                    <a:ext uri="{FF2B5EF4-FFF2-40B4-BE49-F238E27FC236}">
                      <a16:creationId xmlns:a16="http://schemas.microsoft.com/office/drawing/2014/main" id="{7C094C8F-2F2E-A3B7-821E-30721061BB5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1451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3" name="Oval 147">
                  <a:extLst>
                    <a:ext uri="{FF2B5EF4-FFF2-40B4-BE49-F238E27FC236}">
                      <a16:creationId xmlns:a16="http://schemas.microsoft.com/office/drawing/2014/main" id="{94297356-E4CD-0A9B-BD27-282024AB71B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5" y="172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4" name="Oval 148">
                  <a:extLst>
                    <a:ext uri="{FF2B5EF4-FFF2-40B4-BE49-F238E27FC236}">
                      <a16:creationId xmlns:a16="http://schemas.microsoft.com/office/drawing/2014/main" id="{104C06ED-5CB9-3BF0-E63F-FB4CA579DF3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8" y="146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5" name="Oval 149">
                  <a:extLst>
                    <a:ext uri="{FF2B5EF4-FFF2-40B4-BE49-F238E27FC236}">
                      <a16:creationId xmlns:a16="http://schemas.microsoft.com/office/drawing/2014/main" id="{49777DF0-7B5E-BD35-6297-0F7817CAD60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1329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6" name="Oval 150">
                  <a:extLst>
                    <a:ext uri="{FF2B5EF4-FFF2-40B4-BE49-F238E27FC236}">
                      <a16:creationId xmlns:a16="http://schemas.microsoft.com/office/drawing/2014/main" id="{F92EA8EC-D899-4528-5DE1-C20E293B1D7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9" y="2145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7" name="Oval 151">
                  <a:extLst>
                    <a:ext uri="{FF2B5EF4-FFF2-40B4-BE49-F238E27FC236}">
                      <a16:creationId xmlns:a16="http://schemas.microsoft.com/office/drawing/2014/main" id="{17E29ECF-3BE1-2ED6-5C34-26E0EBF4239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6" y="241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8" name="Oval 152">
                  <a:extLst>
                    <a:ext uri="{FF2B5EF4-FFF2-40B4-BE49-F238E27FC236}">
                      <a16:creationId xmlns:a16="http://schemas.microsoft.com/office/drawing/2014/main" id="{A5F09700-260A-D595-5B4C-B1347F7162F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2" y="1865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49" name="Oval 153">
                  <a:extLst>
                    <a:ext uri="{FF2B5EF4-FFF2-40B4-BE49-F238E27FC236}">
                      <a16:creationId xmlns:a16="http://schemas.microsoft.com/office/drawing/2014/main" id="{FC883AF6-2691-848F-3E2C-6D0F5161368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7" y="2147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50" name="Oval 154">
                  <a:extLst>
                    <a:ext uri="{FF2B5EF4-FFF2-40B4-BE49-F238E27FC236}">
                      <a16:creationId xmlns:a16="http://schemas.microsoft.com/office/drawing/2014/main" id="{89B8471B-CAC7-A6B8-4C59-2B582B8CC50D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4" y="283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51" name="Oval 155">
                  <a:extLst>
                    <a:ext uri="{FF2B5EF4-FFF2-40B4-BE49-F238E27FC236}">
                      <a16:creationId xmlns:a16="http://schemas.microsoft.com/office/drawing/2014/main" id="{018A59B2-5460-9B15-9CA4-90B72CFA30B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8" y="2000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52" name="Oval 156">
                  <a:extLst>
                    <a:ext uri="{FF2B5EF4-FFF2-40B4-BE49-F238E27FC236}">
                      <a16:creationId xmlns:a16="http://schemas.microsoft.com/office/drawing/2014/main" id="{A91DA805-7D2C-4CCB-E5C0-0C5F2CD48C8D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72" y="256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53" name="Oval 157">
                  <a:extLst>
                    <a:ext uri="{FF2B5EF4-FFF2-40B4-BE49-F238E27FC236}">
                      <a16:creationId xmlns:a16="http://schemas.microsoft.com/office/drawing/2014/main" id="{18A3234F-DA57-1FA9-80B7-0D4125E3C73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270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</p:grpSp>
          <p:grpSp>
            <p:nvGrpSpPr>
              <p:cNvPr id="3101" name="Group 158">
                <a:extLst>
                  <a:ext uri="{FF2B5EF4-FFF2-40B4-BE49-F238E27FC236}">
                    <a16:creationId xmlns:a16="http://schemas.microsoft.com/office/drawing/2014/main" id="{31240880-40F9-0700-BDEE-C786BDA585E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953" y="0"/>
                <a:ext cx="748" cy="2893"/>
                <a:chOff x="116" y="-3"/>
                <a:chExt cx="748" cy="2893"/>
              </a:xfrm>
            </p:grpSpPr>
            <p:sp>
              <p:nvSpPr>
                <p:cNvPr id="3102" name="Line 159">
                  <a:extLst>
                    <a:ext uri="{FF2B5EF4-FFF2-40B4-BE49-F238E27FC236}">
                      <a16:creationId xmlns:a16="http://schemas.microsoft.com/office/drawing/2014/main" id="{31AF7021-304E-98C0-074E-968DA962797C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144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03" name="Line 160">
                  <a:extLst>
                    <a:ext uri="{FF2B5EF4-FFF2-40B4-BE49-F238E27FC236}">
                      <a16:creationId xmlns:a16="http://schemas.microsoft.com/office/drawing/2014/main" id="{781F1080-D748-F543-F1CC-5571428FB1B3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295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04" name="Line 161">
                  <a:extLst>
                    <a:ext uri="{FF2B5EF4-FFF2-40B4-BE49-F238E27FC236}">
                      <a16:creationId xmlns:a16="http://schemas.microsoft.com/office/drawing/2014/main" id="{FB14A481-C2B3-B255-E0C8-C4A2975701F0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431" y="0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05" name="Line 162">
                  <a:extLst>
                    <a:ext uri="{FF2B5EF4-FFF2-40B4-BE49-F238E27FC236}">
                      <a16:creationId xmlns:a16="http://schemas.microsoft.com/office/drawing/2014/main" id="{78FFFD2E-B513-9CE8-EABB-2729BCCE28F7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67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06" name="Line 163">
                  <a:extLst>
                    <a:ext uri="{FF2B5EF4-FFF2-40B4-BE49-F238E27FC236}">
                      <a16:creationId xmlns:a16="http://schemas.microsoft.com/office/drawing/2014/main" id="{35B4B4A3-B733-76AC-3AE9-642EB4E92D94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03" y="4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07" name="Line 164">
                  <a:extLst>
                    <a:ext uri="{FF2B5EF4-FFF2-40B4-BE49-F238E27FC236}">
                      <a16:creationId xmlns:a16="http://schemas.microsoft.com/office/drawing/2014/main" id="{61970A99-EDC6-E2BD-4842-1675FCB33360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39" y="-3"/>
                  <a:ext cx="0" cy="288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108" name="Oval 165">
                  <a:extLst>
                    <a:ext uri="{FF2B5EF4-FFF2-40B4-BE49-F238E27FC236}">
                      <a16:creationId xmlns:a16="http://schemas.microsoft.com/office/drawing/2014/main" id="{1083F02C-9F1B-07FD-3BF1-31A22A110E7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36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09" name="Oval 166">
                  <a:extLst>
                    <a:ext uri="{FF2B5EF4-FFF2-40B4-BE49-F238E27FC236}">
                      <a16:creationId xmlns:a16="http://schemas.microsoft.com/office/drawing/2014/main" id="{AB7E6BBE-867D-4421-00F2-7B68E0204A6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774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0" name="Oval 167">
                  <a:extLst>
                    <a:ext uri="{FF2B5EF4-FFF2-40B4-BE49-F238E27FC236}">
                      <a16:creationId xmlns:a16="http://schemas.microsoft.com/office/drawing/2014/main" id="{2BC705D5-C64F-A466-EC36-337905A1145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9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1" name="Oval 168">
                  <a:extLst>
                    <a:ext uri="{FF2B5EF4-FFF2-40B4-BE49-F238E27FC236}">
                      <a16:creationId xmlns:a16="http://schemas.microsoft.com/office/drawing/2014/main" id="{8029892A-A183-CB52-9B4F-F44BDD17799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10" y="77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2" name="Oval 169">
                  <a:extLst>
                    <a:ext uri="{FF2B5EF4-FFF2-40B4-BE49-F238E27FC236}">
                      <a16:creationId xmlns:a16="http://schemas.microsoft.com/office/drawing/2014/main" id="{71B0028C-71B8-7027-9C67-DBF888D414C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50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3" name="Oval 170">
                  <a:extLst>
                    <a:ext uri="{FF2B5EF4-FFF2-40B4-BE49-F238E27FC236}">
                      <a16:creationId xmlns:a16="http://schemas.microsoft.com/office/drawing/2014/main" id="{F98CD968-735E-C54F-9978-90F6637E15D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0" y="1196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4" name="Oval 171">
                  <a:extLst>
                    <a:ext uri="{FF2B5EF4-FFF2-40B4-BE49-F238E27FC236}">
                      <a16:creationId xmlns:a16="http://schemas.microsoft.com/office/drawing/2014/main" id="{EB7BF0F6-8E01-8D7E-D010-38D1F5D3C5A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6" y="64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5" name="Oval 172">
                  <a:extLst>
                    <a:ext uri="{FF2B5EF4-FFF2-40B4-BE49-F238E27FC236}">
                      <a16:creationId xmlns:a16="http://schemas.microsoft.com/office/drawing/2014/main" id="{E9618FAD-8D1E-7566-DAF3-B2FA33D81A4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2" y="106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6" name="Oval 173">
                  <a:extLst>
                    <a:ext uri="{FF2B5EF4-FFF2-40B4-BE49-F238E27FC236}">
                      <a16:creationId xmlns:a16="http://schemas.microsoft.com/office/drawing/2014/main" id="{79799916-95CA-B328-0C33-8AA5955C071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0" y="1451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7" name="Oval 174">
                  <a:extLst>
                    <a:ext uri="{FF2B5EF4-FFF2-40B4-BE49-F238E27FC236}">
                      <a16:creationId xmlns:a16="http://schemas.microsoft.com/office/drawing/2014/main" id="{5FBB981A-6715-D870-D03A-E243D1B1E38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25" y="172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8" name="Oval 175">
                  <a:extLst>
                    <a:ext uri="{FF2B5EF4-FFF2-40B4-BE49-F238E27FC236}">
                      <a16:creationId xmlns:a16="http://schemas.microsoft.com/office/drawing/2014/main" id="{319AC8AD-29EB-961B-305B-45D53A04421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8" y="146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19" name="Oval 176">
                  <a:extLst>
                    <a:ext uri="{FF2B5EF4-FFF2-40B4-BE49-F238E27FC236}">
                      <a16:creationId xmlns:a16="http://schemas.microsoft.com/office/drawing/2014/main" id="{E8BA4EB0-255B-B766-6F25-884000E5DA3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1329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0" name="Oval 177">
                  <a:extLst>
                    <a:ext uri="{FF2B5EF4-FFF2-40B4-BE49-F238E27FC236}">
                      <a16:creationId xmlns:a16="http://schemas.microsoft.com/office/drawing/2014/main" id="{1912E6ED-1E75-9857-A207-05767919583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9" y="2145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1" name="Oval 178">
                  <a:extLst>
                    <a:ext uri="{FF2B5EF4-FFF2-40B4-BE49-F238E27FC236}">
                      <a16:creationId xmlns:a16="http://schemas.microsoft.com/office/drawing/2014/main" id="{37EF1DC1-8BA9-DF8B-E9E7-C0D360E0D20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116" y="2417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2" name="Oval 179">
                  <a:extLst>
                    <a:ext uri="{FF2B5EF4-FFF2-40B4-BE49-F238E27FC236}">
                      <a16:creationId xmlns:a16="http://schemas.microsoft.com/office/drawing/2014/main" id="{10537D1F-DFF7-5783-FB5D-F38F5012F0C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82" y="1865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3" name="Oval 180">
                  <a:extLst>
                    <a:ext uri="{FF2B5EF4-FFF2-40B4-BE49-F238E27FC236}">
                      <a16:creationId xmlns:a16="http://schemas.microsoft.com/office/drawing/2014/main" id="{7A5DC1AB-A1B1-C1B7-2E55-EEE79DA2474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7" y="2147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4" name="Oval 181">
                  <a:extLst>
                    <a:ext uri="{FF2B5EF4-FFF2-40B4-BE49-F238E27FC236}">
                      <a16:creationId xmlns:a16="http://schemas.microsoft.com/office/drawing/2014/main" id="{26C48E06-270C-9CAE-BAE4-E3C74BCAE41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404" y="2832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5" name="Oval 182">
                  <a:extLst>
                    <a:ext uri="{FF2B5EF4-FFF2-40B4-BE49-F238E27FC236}">
                      <a16:creationId xmlns:a16="http://schemas.microsoft.com/office/drawing/2014/main" id="{7D8A29B4-6ADE-04BD-DA41-2CCD68EF627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18" y="2000"/>
                  <a:ext cx="43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6" name="Oval 183">
                  <a:extLst>
                    <a:ext uri="{FF2B5EF4-FFF2-40B4-BE49-F238E27FC236}">
                      <a16:creationId xmlns:a16="http://schemas.microsoft.com/office/drawing/2014/main" id="{93C5ACDD-F43F-0B7B-9955-27D3DEBB39E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672" y="2568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  <p:sp>
              <p:nvSpPr>
                <p:cNvPr id="3127" name="Oval 184">
                  <a:extLst>
                    <a:ext uri="{FF2B5EF4-FFF2-40B4-BE49-F238E27FC236}">
                      <a16:creationId xmlns:a16="http://schemas.microsoft.com/office/drawing/2014/main" id="{240E0BB7-6CAC-D66A-4D77-9D9A820072BF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gray">
                <a:xfrm>
                  <a:off x="820" y="2706"/>
                  <a:ext cx="44" cy="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ru-RU" altLang="ru-RU"/>
                </a:p>
              </p:txBody>
            </p:sp>
          </p:grpSp>
        </p:grpSp>
        <p:sp>
          <p:nvSpPr>
            <p:cNvPr id="7" name="Line 185">
              <a:extLst>
                <a:ext uri="{FF2B5EF4-FFF2-40B4-BE49-F238E27FC236}">
                  <a16:creationId xmlns:a16="http://schemas.microsoft.com/office/drawing/2014/main" id="{B74B3E71-49A2-5F51-CA39-498ECE83E41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73" y="1412"/>
              <a:ext cx="0" cy="288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Line 186">
              <a:extLst>
                <a:ext uri="{FF2B5EF4-FFF2-40B4-BE49-F238E27FC236}">
                  <a16:creationId xmlns:a16="http://schemas.microsoft.com/office/drawing/2014/main" id="{5ABFE88B-275F-5B41-91FD-7AFBB226CBB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324" y="1412"/>
              <a:ext cx="0" cy="288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Line 187">
              <a:extLst>
                <a:ext uri="{FF2B5EF4-FFF2-40B4-BE49-F238E27FC236}">
                  <a16:creationId xmlns:a16="http://schemas.microsoft.com/office/drawing/2014/main" id="{758BF0DA-2E8E-8531-568C-F3A29378AF7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460" y="1412"/>
              <a:ext cx="0" cy="288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Line 188">
              <a:extLst>
                <a:ext uri="{FF2B5EF4-FFF2-40B4-BE49-F238E27FC236}">
                  <a16:creationId xmlns:a16="http://schemas.microsoft.com/office/drawing/2014/main" id="{D3EB1B0D-455B-6B3E-F83D-5F69CA57F07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96" y="1416"/>
              <a:ext cx="0" cy="288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Line 189">
              <a:extLst>
                <a:ext uri="{FF2B5EF4-FFF2-40B4-BE49-F238E27FC236}">
                  <a16:creationId xmlns:a16="http://schemas.microsoft.com/office/drawing/2014/main" id="{A6AE5CB4-868C-2F78-9C2F-EF4BD7663F3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32" y="1416"/>
              <a:ext cx="0" cy="288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12" name="Group 190">
              <a:extLst>
                <a:ext uri="{FF2B5EF4-FFF2-40B4-BE49-F238E27FC236}">
                  <a16:creationId xmlns:a16="http://schemas.microsoft.com/office/drawing/2014/main" id="{BE11764C-5827-9D3D-B812-C330887A80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" y="1465"/>
              <a:ext cx="5763" cy="2778"/>
              <a:chOff x="-3" y="1510"/>
              <a:chExt cx="5763" cy="2778"/>
            </a:xfrm>
          </p:grpSpPr>
          <p:grpSp>
            <p:nvGrpSpPr>
              <p:cNvPr id="14" name="Group 191">
                <a:extLst>
                  <a:ext uri="{FF2B5EF4-FFF2-40B4-BE49-F238E27FC236}">
                    <a16:creationId xmlns:a16="http://schemas.microsoft.com/office/drawing/2014/main" id="{DED24991-EC71-0DE9-6C81-8F1E3CF82562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-1" y="1525"/>
                <a:ext cx="5758" cy="272"/>
                <a:chOff x="5" y="119"/>
                <a:chExt cx="5763" cy="272"/>
              </a:xfrm>
            </p:grpSpPr>
            <p:sp>
              <p:nvSpPr>
                <p:cNvPr id="3097" name="Line 192">
                  <a:extLst>
                    <a:ext uri="{FF2B5EF4-FFF2-40B4-BE49-F238E27FC236}">
                      <a16:creationId xmlns:a16="http://schemas.microsoft.com/office/drawing/2014/main" id="{2C91A596-EAD6-72F8-400C-B13B536532E7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" y="119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98" name="Line 193">
                  <a:extLst>
                    <a:ext uri="{FF2B5EF4-FFF2-40B4-BE49-F238E27FC236}">
                      <a16:creationId xmlns:a16="http://schemas.microsoft.com/office/drawing/2014/main" id="{A767461E-3B7E-AC3E-CC2B-EA7B3231888E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" y="255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99" name="Line 194">
                  <a:extLst>
                    <a:ext uri="{FF2B5EF4-FFF2-40B4-BE49-F238E27FC236}">
                      <a16:creationId xmlns:a16="http://schemas.microsoft.com/office/drawing/2014/main" id="{6DB02FAB-F556-5405-8B8D-9D7F5D15B025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" y="391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" name="Group 195">
                <a:extLst>
                  <a:ext uri="{FF2B5EF4-FFF2-40B4-BE49-F238E27FC236}">
                    <a16:creationId xmlns:a16="http://schemas.microsoft.com/office/drawing/2014/main" id="{1048909F-9353-4FE2-218D-40702F3AEB53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2" y="1933"/>
                <a:ext cx="5758" cy="272"/>
                <a:chOff x="5" y="119"/>
                <a:chExt cx="5763" cy="272"/>
              </a:xfrm>
            </p:grpSpPr>
            <p:sp>
              <p:nvSpPr>
                <p:cNvPr id="3094" name="Line 196">
                  <a:extLst>
                    <a:ext uri="{FF2B5EF4-FFF2-40B4-BE49-F238E27FC236}">
                      <a16:creationId xmlns:a16="http://schemas.microsoft.com/office/drawing/2014/main" id="{5D9D86C5-36D5-FA0B-E1C3-BE01C9098D25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" y="119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95" name="Line 197">
                  <a:extLst>
                    <a:ext uri="{FF2B5EF4-FFF2-40B4-BE49-F238E27FC236}">
                      <a16:creationId xmlns:a16="http://schemas.microsoft.com/office/drawing/2014/main" id="{03401DA4-22AA-534C-8E00-8E4AA6858EBA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" y="255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96" name="Line 198">
                  <a:extLst>
                    <a:ext uri="{FF2B5EF4-FFF2-40B4-BE49-F238E27FC236}">
                      <a16:creationId xmlns:a16="http://schemas.microsoft.com/office/drawing/2014/main" id="{3606BCDD-224E-C94D-C239-EFA11A19DECC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" y="391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" name="Group 199">
                <a:extLst>
                  <a:ext uri="{FF2B5EF4-FFF2-40B4-BE49-F238E27FC236}">
                    <a16:creationId xmlns:a16="http://schemas.microsoft.com/office/drawing/2014/main" id="{9BF75ECF-C14C-6E4B-A6A1-243D5B3791E8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-2" y="2352"/>
                <a:ext cx="5752" cy="272"/>
                <a:chOff x="5" y="119"/>
                <a:chExt cx="5763" cy="272"/>
              </a:xfrm>
            </p:grpSpPr>
            <p:sp>
              <p:nvSpPr>
                <p:cNvPr id="3091" name="Line 200">
                  <a:extLst>
                    <a:ext uri="{FF2B5EF4-FFF2-40B4-BE49-F238E27FC236}">
                      <a16:creationId xmlns:a16="http://schemas.microsoft.com/office/drawing/2014/main" id="{A0A51589-5D88-0A43-5B77-8D3690350536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" y="119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92" name="Line 201">
                  <a:extLst>
                    <a:ext uri="{FF2B5EF4-FFF2-40B4-BE49-F238E27FC236}">
                      <a16:creationId xmlns:a16="http://schemas.microsoft.com/office/drawing/2014/main" id="{C3911E9D-5636-5F39-D3C8-E24F1DE3C4DA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" y="255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93" name="Line 202">
                  <a:extLst>
                    <a:ext uri="{FF2B5EF4-FFF2-40B4-BE49-F238E27FC236}">
                      <a16:creationId xmlns:a16="http://schemas.microsoft.com/office/drawing/2014/main" id="{2567F675-E84A-0413-1907-61320173249B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" y="391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" name="Group 203">
                <a:extLst>
                  <a:ext uri="{FF2B5EF4-FFF2-40B4-BE49-F238E27FC236}">
                    <a16:creationId xmlns:a16="http://schemas.microsoft.com/office/drawing/2014/main" id="{DD338FA2-B8CD-5F66-8BFE-2198E7ED0E6B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-2" y="2750"/>
                <a:ext cx="5759" cy="272"/>
                <a:chOff x="5" y="119"/>
                <a:chExt cx="5763" cy="272"/>
              </a:xfrm>
            </p:grpSpPr>
            <p:sp>
              <p:nvSpPr>
                <p:cNvPr id="3088" name="Line 204">
                  <a:extLst>
                    <a:ext uri="{FF2B5EF4-FFF2-40B4-BE49-F238E27FC236}">
                      <a16:creationId xmlns:a16="http://schemas.microsoft.com/office/drawing/2014/main" id="{B9FB3908-1ED9-FF5E-FF52-A9ED973C2F5B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" y="119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89" name="Line 205">
                  <a:extLst>
                    <a:ext uri="{FF2B5EF4-FFF2-40B4-BE49-F238E27FC236}">
                      <a16:creationId xmlns:a16="http://schemas.microsoft.com/office/drawing/2014/main" id="{FA3CDDB7-2360-72FC-925A-F6E5A7B8577E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" y="255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90" name="Line 206">
                  <a:extLst>
                    <a:ext uri="{FF2B5EF4-FFF2-40B4-BE49-F238E27FC236}">
                      <a16:creationId xmlns:a16="http://schemas.microsoft.com/office/drawing/2014/main" id="{15C8AF8A-8A04-8883-38EE-8D219396B2D6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" y="391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8" name="Group 207">
                <a:extLst>
                  <a:ext uri="{FF2B5EF4-FFF2-40B4-BE49-F238E27FC236}">
                    <a16:creationId xmlns:a16="http://schemas.microsoft.com/office/drawing/2014/main" id="{5D774987-5416-D563-7D3E-920F08F9A9F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1" y="3158"/>
                <a:ext cx="5759" cy="271"/>
                <a:chOff x="5" y="119"/>
                <a:chExt cx="5763" cy="272"/>
              </a:xfrm>
            </p:grpSpPr>
            <p:sp>
              <p:nvSpPr>
                <p:cNvPr id="3085" name="Line 208">
                  <a:extLst>
                    <a:ext uri="{FF2B5EF4-FFF2-40B4-BE49-F238E27FC236}">
                      <a16:creationId xmlns:a16="http://schemas.microsoft.com/office/drawing/2014/main" id="{A114AF92-B2FC-7295-2CC6-A1BA600D9F63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" y="119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86" name="Line 209">
                  <a:extLst>
                    <a:ext uri="{FF2B5EF4-FFF2-40B4-BE49-F238E27FC236}">
                      <a16:creationId xmlns:a16="http://schemas.microsoft.com/office/drawing/2014/main" id="{34E383B0-3CA8-D327-0645-3262F616E799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" y="255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87" name="Line 210">
                  <a:extLst>
                    <a:ext uri="{FF2B5EF4-FFF2-40B4-BE49-F238E27FC236}">
                      <a16:creationId xmlns:a16="http://schemas.microsoft.com/office/drawing/2014/main" id="{B6BFEBFE-6D6D-76EF-76D7-A5C59B6B291F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" y="391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9" name="Group 211">
                <a:extLst>
                  <a:ext uri="{FF2B5EF4-FFF2-40B4-BE49-F238E27FC236}">
                    <a16:creationId xmlns:a16="http://schemas.microsoft.com/office/drawing/2014/main" id="{1F31820D-DB3B-A5FC-BD2D-B183AD2AA6FA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-3" y="3576"/>
                <a:ext cx="5753" cy="272"/>
                <a:chOff x="5" y="119"/>
                <a:chExt cx="5763" cy="272"/>
              </a:xfrm>
            </p:grpSpPr>
            <p:sp>
              <p:nvSpPr>
                <p:cNvPr id="3082" name="Line 212">
                  <a:extLst>
                    <a:ext uri="{FF2B5EF4-FFF2-40B4-BE49-F238E27FC236}">
                      <a16:creationId xmlns:a16="http://schemas.microsoft.com/office/drawing/2014/main" id="{DE0CCEA6-8F82-936D-8D98-7DA8A78D19B9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" y="119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83" name="Line 213">
                  <a:extLst>
                    <a:ext uri="{FF2B5EF4-FFF2-40B4-BE49-F238E27FC236}">
                      <a16:creationId xmlns:a16="http://schemas.microsoft.com/office/drawing/2014/main" id="{5F418B61-38F9-1DA9-AA58-CB5409F69CED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" y="255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84" name="Line 214">
                  <a:extLst>
                    <a:ext uri="{FF2B5EF4-FFF2-40B4-BE49-F238E27FC236}">
                      <a16:creationId xmlns:a16="http://schemas.microsoft.com/office/drawing/2014/main" id="{CB12A613-AAB5-5F2D-D7B1-CBAF285FDC15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" y="391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0" name="Group 215">
                <a:extLst>
                  <a:ext uri="{FF2B5EF4-FFF2-40B4-BE49-F238E27FC236}">
                    <a16:creationId xmlns:a16="http://schemas.microsoft.com/office/drawing/2014/main" id="{C1470B6C-56ED-DF2C-77F9-B7485816A360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-3" y="3999"/>
                <a:ext cx="5757" cy="272"/>
                <a:chOff x="5" y="119"/>
                <a:chExt cx="5763" cy="272"/>
              </a:xfrm>
            </p:grpSpPr>
            <p:sp>
              <p:nvSpPr>
                <p:cNvPr id="3079" name="Line 216">
                  <a:extLst>
                    <a:ext uri="{FF2B5EF4-FFF2-40B4-BE49-F238E27FC236}">
                      <a16:creationId xmlns:a16="http://schemas.microsoft.com/office/drawing/2014/main" id="{04C18019-08ED-8561-6AAC-4569F001F19E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7" y="119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80" name="Line 217">
                  <a:extLst>
                    <a:ext uri="{FF2B5EF4-FFF2-40B4-BE49-F238E27FC236}">
                      <a16:creationId xmlns:a16="http://schemas.microsoft.com/office/drawing/2014/main" id="{390DF555-9EE9-B086-CE6D-7B11177C04EE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8" y="255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081" name="Line 218">
                  <a:extLst>
                    <a:ext uri="{FF2B5EF4-FFF2-40B4-BE49-F238E27FC236}">
                      <a16:creationId xmlns:a16="http://schemas.microsoft.com/office/drawing/2014/main" id="{0F0212D8-954A-6A0C-A428-C0112618E051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gray">
                <a:xfrm>
                  <a:off x="5" y="391"/>
                  <a:ext cx="5760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21" name="Oval 219">
                <a:extLst>
                  <a:ext uri="{FF2B5EF4-FFF2-40B4-BE49-F238E27FC236}">
                    <a16:creationId xmlns:a16="http://schemas.microsoft.com/office/drawing/2014/main" id="{39A169B3-BFC8-E5D6-CAAF-560DF795F1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151" y="1778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2" name="Oval 220">
                <a:extLst>
                  <a:ext uri="{FF2B5EF4-FFF2-40B4-BE49-F238E27FC236}">
                    <a16:creationId xmlns:a16="http://schemas.microsoft.com/office/drawing/2014/main" id="{92BB89BF-D5AB-AD16-7BC6-3D65DCDCB5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149" y="2186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3" name="Oval 221">
                <a:extLst>
                  <a:ext uri="{FF2B5EF4-FFF2-40B4-BE49-F238E27FC236}">
                    <a16:creationId xmlns:a16="http://schemas.microsoft.com/office/drawing/2014/main" id="{4A9D0C9B-AC85-5919-38CD-B012ACD95B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439" y="1510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4" name="Oval 222">
                <a:extLst>
                  <a:ext uri="{FF2B5EF4-FFF2-40B4-BE49-F238E27FC236}">
                    <a16:creationId xmlns:a16="http://schemas.microsoft.com/office/drawing/2014/main" id="{59EB2607-A57D-2F15-8AD4-E7BCA9A9BC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439" y="2188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5" name="Oval 223">
                <a:extLst>
                  <a:ext uri="{FF2B5EF4-FFF2-40B4-BE49-F238E27FC236}">
                    <a16:creationId xmlns:a16="http://schemas.microsoft.com/office/drawing/2014/main" id="{D08415FC-B47E-6229-F7FD-3A7C0B01C1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709" y="1918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6" name="Oval 224">
                <a:extLst>
                  <a:ext uri="{FF2B5EF4-FFF2-40B4-BE49-F238E27FC236}">
                    <a16:creationId xmlns:a16="http://schemas.microsoft.com/office/drawing/2014/main" id="{77EB3AB9-B381-D06D-0334-82CCD85E59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709" y="2608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7" name="Oval 225">
                <a:extLst>
                  <a:ext uri="{FF2B5EF4-FFF2-40B4-BE49-F238E27FC236}">
                    <a16:creationId xmlns:a16="http://schemas.microsoft.com/office/drawing/2014/main" id="{4F678223-C446-092A-6198-08D02C225D0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151" y="2474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8" name="Oval 226">
                <a:extLst>
                  <a:ext uri="{FF2B5EF4-FFF2-40B4-BE49-F238E27FC236}">
                    <a16:creationId xmlns:a16="http://schemas.microsoft.com/office/drawing/2014/main" id="{4DE19C55-0406-0234-BF51-3BB667F013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149" y="2863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29" name="Oval 227">
                <a:extLst>
                  <a:ext uri="{FF2B5EF4-FFF2-40B4-BE49-F238E27FC236}">
                    <a16:creationId xmlns:a16="http://schemas.microsoft.com/office/drawing/2014/main" id="{83B7ACA7-FE0B-281D-8582-7E81A706AE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154" y="3140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30" name="Oval 228">
                <a:extLst>
                  <a:ext uri="{FF2B5EF4-FFF2-40B4-BE49-F238E27FC236}">
                    <a16:creationId xmlns:a16="http://schemas.microsoft.com/office/drawing/2014/main" id="{AA41BE81-07CA-F4F6-03FF-E41E87739A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437" y="2879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31" name="Oval 229">
                <a:extLst>
                  <a:ext uri="{FF2B5EF4-FFF2-40B4-BE49-F238E27FC236}">
                    <a16:creationId xmlns:a16="http://schemas.microsoft.com/office/drawing/2014/main" id="{15DF4176-A3EC-33DB-C3A4-F525DE6F69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147" y="3557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3072" name="Oval 230">
                <a:extLst>
                  <a:ext uri="{FF2B5EF4-FFF2-40B4-BE49-F238E27FC236}">
                    <a16:creationId xmlns:a16="http://schemas.microsoft.com/office/drawing/2014/main" id="{188D4E3A-2024-424E-E615-DE066B95CF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145" y="3829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3073" name="Oval 231">
                <a:extLst>
                  <a:ext uri="{FF2B5EF4-FFF2-40B4-BE49-F238E27FC236}">
                    <a16:creationId xmlns:a16="http://schemas.microsoft.com/office/drawing/2014/main" id="{41760D90-E1E3-C10F-2926-E945081A5B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711" y="3277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3076" name="Oval 232">
                <a:extLst>
                  <a:ext uri="{FF2B5EF4-FFF2-40B4-BE49-F238E27FC236}">
                    <a16:creationId xmlns:a16="http://schemas.microsoft.com/office/drawing/2014/main" id="{CF037A08-1F52-59C6-C4A4-F4FAA07827A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435" y="3559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3077" name="Oval 233">
                <a:extLst>
                  <a:ext uri="{FF2B5EF4-FFF2-40B4-BE49-F238E27FC236}">
                    <a16:creationId xmlns:a16="http://schemas.microsoft.com/office/drawing/2014/main" id="{83529674-AE83-3B33-448D-8612E3A99B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433" y="4244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  <p:sp>
            <p:nvSpPr>
              <p:cNvPr id="3078" name="Oval 234">
                <a:extLst>
                  <a:ext uri="{FF2B5EF4-FFF2-40B4-BE49-F238E27FC236}">
                    <a16:creationId xmlns:a16="http://schemas.microsoft.com/office/drawing/2014/main" id="{E737CCD7-61F7-6DC5-00AC-677479BF91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>
                <a:off x="5701" y="3980"/>
                <a:ext cx="44" cy="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ru-RU" altLang="ru-RU"/>
              </a:p>
            </p:txBody>
          </p:sp>
        </p:grpSp>
        <p:sp>
          <p:nvSpPr>
            <p:cNvPr id="13" name="Rectangle 235">
              <a:extLst>
                <a:ext uri="{FF2B5EF4-FFF2-40B4-BE49-F238E27FC236}">
                  <a16:creationId xmlns:a16="http://schemas.microsoft.com/office/drawing/2014/main" id="{8046D2B1-6028-E9AD-B508-A934304BDA7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0" y="1392"/>
              <a:ext cx="5760" cy="227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shade val="4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</p:grpSp>
      <p:graphicFrame>
        <p:nvGraphicFramePr>
          <p:cNvPr id="3262" name="Object 18">
            <a:extLst>
              <a:ext uri="{FF2B5EF4-FFF2-40B4-BE49-F238E27FC236}">
                <a16:creationId xmlns:a16="http://schemas.microsoft.com/office/drawing/2014/main" id="{6B1387EC-D05B-5DC9-0214-76E108EAC4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19200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7707937" imgH="1701587" progId="Photoshop.Image.6">
                  <p:embed/>
                </p:oleObj>
              </mc:Choice>
              <mc:Fallback>
                <p:oleObj name="Image" r:id="rId2" imgW="7707937" imgH="1701587" progId="Photoshop.Image.6">
                  <p:embed/>
                  <p:pic>
                    <p:nvPicPr>
                      <p:cNvPr id="2051" name="Object 18">
                        <a:extLst>
                          <a:ext uri="{FF2B5EF4-FFF2-40B4-BE49-F238E27FC236}">
                            <a16:creationId xmlns:a16="http://schemas.microsoft.com/office/drawing/2014/main" id="{959F9983-633A-2F6E-DB5F-C6A948CAE8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0" y="0"/>
                        <a:ext cx="12192000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67A6F9">
                                    <a:alpha val="39998"/>
                                  </a:srgbClr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0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3" name="Oval 236" descr="06_original_w">
            <a:extLst>
              <a:ext uri="{FF2B5EF4-FFF2-40B4-BE49-F238E27FC236}">
                <a16:creationId xmlns:a16="http://schemas.microsoft.com/office/drawing/2014/main" id="{D36ACDB4-2061-2975-168C-DE38CDD5FB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1800" y="1484313"/>
            <a:ext cx="2400300" cy="187325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ru-RU" altLang="ru-RU"/>
          </a:p>
        </p:txBody>
      </p:sp>
      <p:sp>
        <p:nvSpPr>
          <p:cNvPr id="3264" name="Text Box 14">
            <a:extLst>
              <a:ext uri="{FF2B5EF4-FFF2-40B4-BE49-F238E27FC236}">
                <a16:creationId xmlns:a16="http://schemas.microsoft.com/office/drawing/2014/main" id="{24D826C0-6D96-0C87-7E9A-98CF8538C84C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508000" y="304800"/>
            <a:ext cx="14398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ru-RU" sz="2400">
                <a:solidFill>
                  <a:schemeClr val="bg1"/>
                </a:solidFill>
              </a:rPr>
              <a:t>LOGO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470400" y="3276601"/>
            <a:ext cx="6807200" cy="1012825"/>
          </a:xfrm>
        </p:spPr>
        <p:txBody>
          <a:bodyPr/>
          <a:lstStyle>
            <a:lvl1pPr>
              <a:defRPr sz="4000" b="0"/>
            </a:lvl1pPr>
          </a:lstStyle>
          <a:p>
            <a:pPr lvl="0"/>
            <a:r>
              <a:rPr lang="en-US" noProof="0"/>
              <a:t>Образец заголовка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828800" y="5638800"/>
            <a:ext cx="94488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en-US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3413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7A7976-9147-2BA0-F894-7689ABFB95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8AFBE4-1FD5-BC57-D326-970089E31A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FA6841-F029-4100-A504-B3A0D1EB64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05630-8288-48E3-AD73-D4E65043BB76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4536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B0A56D-8F80-A627-F780-D8B9DC3EC7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759EFB-1EA2-A656-394C-3878DF4E2E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EA9B25-1416-D5AE-C9F5-C3C26904F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E9CB6-2D69-41C6-B19F-2BF47F509F97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308137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228726"/>
            <a:ext cx="53848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228726"/>
            <a:ext cx="53848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5FF07-B878-E2DD-3110-2737AC78CE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4F0E15-2A1B-120C-9CA0-41C72ECCD5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A4545-5804-0B61-C708-87347A5600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30C9E-001B-4CE9-9E39-95747BBE15D3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57831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72374F-B67A-0EF1-5AFA-C50E6DE824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D168A98-AC00-09FD-810A-547E215C2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A03CF48-E35B-BACE-AB5F-5EF574765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A1CA5-561E-4AFC-A94C-27FE8EE04D4E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29495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AABEE20-7476-DCD9-9269-BB864A92B4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AEF6597-AC13-E0AB-C41B-380BF78EA0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5AA6910-FE71-76C9-2D38-6DF5D0280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189E3-1000-41A4-983B-624EAA94FB0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62280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65D0B2-0BDE-BD97-9FDE-61D61D7F60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6499A34-F610-29F0-8720-4C46B4CE6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D1158F6-8F13-CB8E-6C75-D4F32B45AA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1A0BE7-6914-4017-B8B0-14F59EBEC17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8599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FF523B-CA1C-8B01-B587-FCE56AF811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BCAE88-BC07-66A0-E753-14A4D385CC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32F458-2F99-D86D-1260-40495E8A7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05A73-481E-4B22-81A8-3EBB43C62EB3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3271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92490-2FAB-33D6-3710-BDC64641C7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5C5C91-0FB8-33D8-064F-42A9EC0BCD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6A3512-614D-03B5-63F6-9683041232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17D77-FAED-48E9-9D7C-58D887099741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9999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79121C-20F8-5770-0243-3B4C704FFF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88E739-1BD6-BE5C-618F-3D54474B72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96CB6B-FF6E-DB4C-6F19-9CB8F64524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164B1-94D2-4424-9457-4265BE063E19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05535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6096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60960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57C104-40B4-AB5A-EAB5-500D9C358C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1A7E5D-436B-3BF9-2314-E103579C3A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64F7EB-AE11-B92A-2A38-9D35E2853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2A5D9-6A98-4396-9011-378B34389027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29999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>
            <a:extLst>
              <a:ext uri="{FF2B5EF4-FFF2-40B4-BE49-F238E27FC236}">
                <a16:creationId xmlns:a16="http://schemas.microsoft.com/office/drawing/2014/main" id="{5E35370D-1E70-E5FC-8C37-2A875035A3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88" y="4763"/>
            <a:ext cx="12192000" cy="931862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50000">
                <a:schemeClr val="hlink">
                  <a:gamma/>
                  <a:tint val="0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ru-RU">
              <a:latin typeface="Arial" charset="0"/>
            </a:endParaRPr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27D49823-9569-2956-35B0-6C7994652B61}"/>
              </a:ext>
            </a:extLst>
          </p:cNvPr>
          <p:cNvGrpSpPr>
            <a:grpSpLocks/>
          </p:cNvGrpSpPr>
          <p:nvPr/>
        </p:nvGrpSpPr>
        <p:grpSpPr bwMode="auto">
          <a:xfrm>
            <a:off x="-17463" y="0"/>
            <a:ext cx="12201526" cy="1012825"/>
            <a:chOff x="476" y="-638"/>
            <a:chExt cx="5764" cy="638"/>
          </a:xfrm>
        </p:grpSpPr>
        <p:sp>
          <p:nvSpPr>
            <p:cNvPr id="1035" name="Oval 17">
              <a:extLst>
                <a:ext uri="{FF2B5EF4-FFF2-40B4-BE49-F238E27FC236}">
                  <a16:creationId xmlns:a16="http://schemas.microsoft.com/office/drawing/2014/main" id="{CA31B03D-639C-0B5A-87DB-FC03A980C7E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55" y="-28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36" name="Oval 18">
              <a:extLst>
                <a:ext uri="{FF2B5EF4-FFF2-40B4-BE49-F238E27FC236}">
                  <a16:creationId xmlns:a16="http://schemas.microsoft.com/office/drawing/2014/main" id="{801F1504-4399-E676-7D41-30575608E8D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53" y="-545"/>
              <a:ext cx="43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37" name="Oval 19">
              <a:extLst>
                <a:ext uri="{FF2B5EF4-FFF2-40B4-BE49-F238E27FC236}">
                  <a16:creationId xmlns:a16="http://schemas.microsoft.com/office/drawing/2014/main" id="{7BE46049-1AE6-85BC-05D1-BA052CDB219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3" y="-425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38" name="Oval 20">
              <a:extLst>
                <a:ext uri="{FF2B5EF4-FFF2-40B4-BE49-F238E27FC236}">
                  <a16:creationId xmlns:a16="http://schemas.microsoft.com/office/drawing/2014/main" id="{BDB1D69E-2468-2D14-31DE-B62BA19E1D5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3" y="-135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2" name="Oval 21">
              <a:extLst>
                <a:ext uri="{FF2B5EF4-FFF2-40B4-BE49-F238E27FC236}">
                  <a16:creationId xmlns:a16="http://schemas.microsoft.com/office/drawing/2014/main" id="{E74498B2-7981-ADC7-FBF1-F3976FB20C3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113" y="-289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40" name="Oval 22">
              <a:extLst>
                <a:ext uri="{FF2B5EF4-FFF2-40B4-BE49-F238E27FC236}">
                  <a16:creationId xmlns:a16="http://schemas.microsoft.com/office/drawing/2014/main" id="{F7619C9F-C67C-83C2-8725-D10177F41E0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249" y="-151"/>
              <a:ext cx="43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41" name="Line 23">
              <a:extLst>
                <a:ext uri="{FF2B5EF4-FFF2-40B4-BE49-F238E27FC236}">
                  <a16:creationId xmlns:a16="http://schemas.microsoft.com/office/drawing/2014/main" id="{41B7C4A7-95EC-8AD2-A973-E153EAC6C523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577" y="-634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2" name="Line 24">
              <a:extLst>
                <a:ext uri="{FF2B5EF4-FFF2-40B4-BE49-F238E27FC236}">
                  <a16:creationId xmlns:a16="http://schemas.microsoft.com/office/drawing/2014/main" id="{823D9BED-A2A6-36D1-EEB0-DFE2E0D5EDCB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719" y="-634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3" name="Line 25">
              <a:extLst>
                <a:ext uri="{FF2B5EF4-FFF2-40B4-BE49-F238E27FC236}">
                  <a16:creationId xmlns:a16="http://schemas.microsoft.com/office/drawing/2014/main" id="{4670F542-C4FD-A986-9C04-99AD1C27F02E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864" y="-634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4" name="Line 26">
              <a:extLst>
                <a:ext uri="{FF2B5EF4-FFF2-40B4-BE49-F238E27FC236}">
                  <a16:creationId xmlns:a16="http://schemas.microsoft.com/office/drawing/2014/main" id="{7A56DD50-C03B-299A-8972-7486180AE16E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000" y="-633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5" name="Line 27">
              <a:extLst>
                <a:ext uri="{FF2B5EF4-FFF2-40B4-BE49-F238E27FC236}">
                  <a16:creationId xmlns:a16="http://schemas.microsoft.com/office/drawing/2014/main" id="{16648286-AB48-13C7-C260-B68D1F887C40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136" y="-633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6" name="Line 28">
              <a:extLst>
                <a:ext uri="{FF2B5EF4-FFF2-40B4-BE49-F238E27FC236}">
                  <a16:creationId xmlns:a16="http://schemas.microsoft.com/office/drawing/2014/main" id="{DCA1C7F8-4894-12D2-41C1-F7D72300E1B8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272" y="-635"/>
              <a:ext cx="0" cy="63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7" name="Line 29">
              <a:extLst>
                <a:ext uri="{FF2B5EF4-FFF2-40B4-BE49-F238E27FC236}">
                  <a16:creationId xmlns:a16="http://schemas.microsoft.com/office/drawing/2014/main" id="{4C9A629B-D426-49B9-289E-E058AEADBCF4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414" y="-634"/>
              <a:ext cx="0" cy="63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8" name="Line 30">
              <a:extLst>
                <a:ext uri="{FF2B5EF4-FFF2-40B4-BE49-F238E27FC236}">
                  <a16:creationId xmlns:a16="http://schemas.microsoft.com/office/drawing/2014/main" id="{09959956-4C68-610D-369C-43EF2A3AAF4D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565" y="-634"/>
              <a:ext cx="0" cy="63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49" name="Line 31">
              <a:extLst>
                <a:ext uri="{FF2B5EF4-FFF2-40B4-BE49-F238E27FC236}">
                  <a16:creationId xmlns:a16="http://schemas.microsoft.com/office/drawing/2014/main" id="{E52D505E-FB83-1CBC-AB49-6F3CCE500C83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701" y="-634"/>
              <a:ext cx="0" cy="63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50" name="Line 32">
              <a:extLst>
                <a:ext uri="{FF2B5EF4-FFF2-40B4-BE49-F238E27FC236}">
                  <a16:creationId xmlns:a16="http://schemas.microsoft.com/office/drawing/2014/main" id="{36824E7B-9526-89E0-FD72-1983FEA1E40F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837" y="-633"/>
              <a:ext cx="0" cy="63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51" name="Line 33">
              <a:extLst>
                <a:ext uri="{FF2B5EF4-FFF2-40B4-BE49-F238E27FC236}">
                  <a16:creationId xmlns:a16="http://schemas.microsoft.com/office/drawing/2014/main" id="{6BFE78AA-FE7D-84B7-F707-8AEDA660358A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1973" y="-633"/>
              <a:ext cx="0" cy="63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52" name="Line 34">
              <a:extLst>
                <a:ext uri="{FF2B5EF4-FFF2-40B4-BE49-F238E27FC236}">
                  <a16:creationId xmlns:a16="http://schemas.microsoft.com/office/drawing/2014/main" id="{7945F1E6-5F53-365A-5938-E49DC761AD61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2109" y="-634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53" name="Oval 35">
              <a:extLst>
                <a:ext uri="{FF2B5EF4-FFF2-40B4-BE49-F238E27FC236}">
                  <a16:creationId xmlns:a16="http://schemas.microsoft.com/office/drawing/2014/main" id="{86FE7C03-AD97-B874-7FC8-BB3CDABE36D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392" y="-28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54" name="Oval 36">
              <a:extLst>
                <a:ext uri="{FF2B5EF4-FFF2-40B4-BE49-F238E27FC236}">
                  <a16:creationId xmlns:a16="http://schemas.microsoft.com/office/drawing/2014/main" id="{E09C0176-9730-BDDF-4FF0-DFC374F797D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390" y="-542"/>
              <a:ext cx="43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55" name="Oval 37">
              <a:extLst>
                <a:ext uri="{FF2B5EF4-FFF2-40B4-BE49-F238E27FC236}">
                  <a16:creationId xmlns:a16="http://schemas.microsoft.com/office/drawing/2014/main" id="{A173BB6B-59FE-2000-B57D-9CB6FC71BC8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680" y="-424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56" name="Oval 38">
              <a:extLst>
                <a:ext uri="{FF2B5EF4-FFF2-40B4-BE49-F238E27FC236}">
                  <a16:creationId xmlns:a16="http://schemas.microsoft.com/office/drawing/2014/main" id="{C1E89276-86E5-3994-4D25-E3903B36518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680" y="-540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57" name="Oval 39">
              <a:extLst>
                <a:ext uri="{FF2B5EF4-FFF2-40B4-BE49-F238E27FC236}">
                  <a16:creationId xmlns:a16="http://schemas.microsoft.com/office/drawing/2014/main" id="{D64A7604-5E74-547B-6CC3-CE064E3C037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950" y="-284"/>
              <a:ext cx="43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58" name="Oval 40">
              <a:extLst>
                <a:ext uri="{FF2B5EF4-FFF2-40B4-BE49-F238E27FC236}">
                  <a16:creationId xmlns:a16="http://schemas.microsoft.com/office/drawing/2014/main" id="{A836BAA1-BD77-D008-24B5-227A9300AFD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086" y="-14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59" name="Oval 41">
              <a:extLst>
                <a:ext uri="{FF2B5EF4-FFF2-40B4-BE49-F238E27FC236}">
                  <a16:creationId xmlns:a16="http://schemas.microsoft.com/office/drawing/2014/main" id="{4FC3A97C-0B6C-0DFD-3416-B9A861B331A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224" y="-28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0" name="Oval 42">
              <a:extLst>
                <a:ext uri="{FF2B5EF4-FFF2-40B4-BE49-F238E27FC236}">
                  <a16:creationId xmlns:a16="http://schemas.microsoft.com/office/drawing/2014/main" id="{10483A6A-C523-73C4-3C31-BF3496F0711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222" y="-54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1" name="Oval 43">
              <a:extLst>
                <a:ext uri="{FF2B5EF4-FFF2-40B4-BE49-F238E27FC236}">
                  <a16:creationId xmlns:a16="http://schemas.microsoft.com/office/drawing/2014/main" id="{48B1F55D-EA9A-7BFD-1B6E-F7FFCC6CE71C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512" y="-424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2" name="Oval 44">
              <a:extLst>
                <a:ext uri="{FF2B5EF4-FFF2-40B4-BE49-F238E27FC236}">
                  <a16:creationId xmlns:a16="http://schemas.microsoft.com/office/drawing/2014/main" id="{7B49C6D0-DE7C-B05E-932E-85E0A40E6DA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512" y="-153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3" name="Oval 45">
              <a:extLst>
                <a:ext uri="{FF2B5EF4-FFF2-40B4-BE49-F238E27FC236}">
                  <a16:creationId xmlns:a16="http://schemas.microsoft.com/office/drawing/2014/main" id="{FC0914C3-8003-0570-E61F-7FC84F033C2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782" y="-289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4" name="Oval 46">
              <a:extLst>
                <a:ext uri="{FF2B5EF4-FFF2-40B4-BE49-F238E27FC236}">
                  <a16:creationId xmlns:a16="http://schemas.microsoft.com/office/drawing/2014/main" id="{A1BFEAF0-2653-684B-F3F8-ACFDEC880D2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918" y="-154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grpSp>
          <p:nvGrpSpPr>
            <p:cNvPr id="1065" name="Group 47">
              <a:extLst>
                <a:ext uri="{FF2B5EF4-FFF2-40B4-BE49-F238E27FC236}">
                  <a16:creationId xmlns:a16="http://schemas.microsoft.com/office/drawing/2014/main" id="{7A25E31A-E587-2C76-3C81-E4769B7095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246" y="-638"/>
              <a:ext cx="1532" cy="635"/>
              <a:chOff x="-765" y="-1448"/>
              <a:chExt cx="1532" cy="2896"/>
            </a:xfrm>
          </p:grpSpPr>
          <p:sp>
            <p:nvSpPr>
              <p:cNvPr id="1111" name="Line 48">
                <a:extLst>
                  <a:ext uri="{FF2B5EF4-FFF2-40B4-BE49-F238E27FC236}">
                    <a16:creationId xmlns:a16="http://schemas.microsoft.com/office/drawing/2014/main" id="{D59E5A98-D7BD-95AD-A13E-2225B7EEDB1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765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2" name="Line 49">
                <a:extLst>
                  <a:ext uri="{FF2B5EF4-FFF2-40B4-BE49-F238E27FC236}">
                    <a16:creationId xmlns:a16="http://schemas.microsoft.com/office/drawing/2014/main" id="{9D45F122-030D-1A41-A3AB-AC03D4AA933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614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3" name="Line 50">
                <a:extLst>
                  <a:ext uri="{FF2B5EF4-FFF2-40B4-BE49-F238E27FC236}">
                    <a16:creationId xmlns:a16="http://schemas.microsoft.com/office/drawing/2014/main" id="{E9D5A465-72B2-0B78-DDC2-7D768DA7725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478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4" name="Line 51">
                <a:extLst>
                  <a:ext uri="{FF2B5EF4-FFF2-40B4-BE49-F238E27FC236}">
                    <a16:creationId xmlns:a16="http://schemas.microsoft.com/office/drawing/2014/main" id="{2488E672-0745-D811-D9A1-AB65FACC0C5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342" y="-1441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5" name="Line 52">
                <a:extLst>
                  <a:ext uri="{FF2B5EF4-FFF2-40B4-BE49-F238E27FC236}">
                    <a16:creationId xmlns:a16="http://schemas.microsoft.com/office/drawing/2014/main" id="{1A8C3CC0-E1A9-482C-5101-47F9BCE623B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206" y="-1441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6" name="Line 53">
                <a:extLst>
                  <a:ext uri="{FF2B5EF4-FFF2-40B4-BE49-F238E27FC236}">
                    <a16:creationId xmlns:a16="http://schemas.microsoft.com/office/drawing/2014/main" id="{4D6EAD21-E83B-713F-D0F3-5FAE99BAC33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70" y="-1448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7" name="Line 54">
                <a:extLst>
                  <a:ext uri="{FF2B5EF4-FFF2-40B4-BE49-F238E27FC236}">
                    <a16:creationId xmlns:a16="http://schemas.microsoft.com/office/drawing/2014/main" id="{9A0F2998-D580-0F49-8681-8DC794221C7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72" y="-1442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8" name="Line 55">
                <a:extLst>
                  <a:ext uri="{FF2B5EF4-FFF2-40B4-BE49-F238E27FC236}">
                    <a16:creationId xmlns:a16="http://schemas.microsoft.com/office/drawing/2014/main" id="{0A79C037-327E-5B17-874F-DB7B264B86B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223" y="-1442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9" name="Line 56">
                <a:extLst>
                  <a:ext uri="{FF2B5EF4-FFF2-40B4-BE49-F238E27FC236}">
                    <a16:creationId xmlns:a16="http://schemas.microsoft.com/office/drawing/2014/main" id="{4A192652-8BDC-A206-1FBB-CB55E4E8B7B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359" y="-1442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20" name="Line 57">
                <a:extLst>
                  <a:ext uri="{FF2B5EF4-FFF2-40B4-BE49-F238E27FC236}">
                    <a16:creationId xmlns:a16="http://schemas.microsoft.com/office/drawing/2014/main" id="{E090CADB-8BAE-EEAD-E61F-92554F5F4B3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495" y="-1438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21" name="Line 58">
                <a:extLst>
                  <a:ext uri="{FF2B5EF4-FFF2-40B4-BE49-F238E27FC236}">
                    <a16:creationId xmlns:a16="http://schemas.microsoft.com/office/drawing/2014/main" id="{85EE46FB-40DF-624F-7613-6A5E2A93C75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631" y="-1438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22" name="Line 59">
                <a:extLst>
                  <a:ext uri="{FF2B5EF4-FFF2-40B4-BE49-F238E27FC236}">
                    <a16:creationId xmlns:a16="http://schemas.microsoft.com/office/drawing/2014/main" id="{E271FD60-F3BB-C4B8-EB6D-8C1062D3344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767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066" name="Oval 60">
              <a:extLst>
                <a:ext uri="{FF2B5EF4-FFF2-40B4-BE49-F238E27FC236}">
                  <a16:creationId xmlns:a16="http://schemas.microsoft.com/office/drawing/2014/main" id="{EB1FE9CC-E158-78A3-FE13-7C787C5E235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061" y="-416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7" name="Oval 61">
              <a:extLst>
                <a:ext uri="{FF2B5EF4-FFF2-40B4-BE49-F238E27FC236}">
                  <a16:creationId xmlns:a16="http://schemas.microsoft.com/office/drawing/2014/main" id="{D21DDE2F-88DC-22A8-AD89-9F893053C09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059" y="-545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8" name="Oval 62">
              <a:extLst>
                <a:ext uri="{FF2B5EF4-FFF2-40B4-BE49-F238E27FC236}">
                  <a16:creationId xmlns:a16="http://schemas.microsoft.com/office/drawing/2014/main" id="{CFD359AB-4FE6-F468-0443-4C42E8D2329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349" y="-41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69" name="Oval 63">
              <a:extLst>
                <a:ext uri="{FF2B5EF4-FFF2-40B4-BE49-F238E27FC236}">
                  <a16:creationId xmlns:a16="http://schemas.microsoft.com/office/drawing/2014/main" id="{2754257B-D53F-BD9A-02BB-1A8947BAC24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349" y="-543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0" name="Oval 64">
              <a:extLst>
                <a:ext uri="{FF2B5EF4-FFF2-40B4-BE49-F238E27FC236}">
                  <a16:creationId xmlns:a16="http://schemas.microsoft.com/office/drawing/2014/main" id="{FE3172C0-2361-107F-46C9-1C55015774A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619" y="-287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1" name="Oval 65">
              <a:extLst>
                <a:ext uri="{FF2B5EF4-FFF2-40B4-BE49-F238E27FC236}">
                  <a16:creationId xmlns:a16="http://schemas.microsoft.com/office/drawing/2014/main" id="{EB6B1B84-4961-38E2-5B00-4B75C5DCC47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755" y="-151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2" name="Oval 66">
              <a:extLst>
                <a:ext uri="{FF2B5EF4-FFF2-40B4-BE49-F238E27FC236}">
                  <a16:creationId xmlns:a16="http://schemas.microsoft.com/office/drawing/2014/main" id="{9536D9BA-0C0D-3240-2444-BB31E806DBB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913" y="-27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3" name="Oval 67">
              <a:extLst>
                <a:ext uri="{FF2B5EF4-FFF2-40B4-BE49-F238E27FC236}">
                  <a16:creationId xmlns:a16="http://schemas.microsoft.com/office/drawing/2014/main" id="{843F4B9B-B296-5E8E-04AF-F7A0B1E141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3911" y="-548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4" name="Oval 68">
              <a:extLst>
                <a:ext uri="{FF2B5EF4-FFF2-40B4-BE49-F238E27FC236}">
                  <a16:creationId xmlns:a16="http://schemas.microsoft.com/office/drawing/2014/main" id="{E73230EE-99BD-F590-6E5B-E6E7729CCBE5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201" y="-457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5" name="Oval 69">
              <a:extLst>
                <a:ext uri="{FF2B5EF4-FFF2-40B4-BE49-F238E27FC236}">
                  <a16:creationId xmlns:a16="http://schemas.microsoft.com/office/drawing/2014/main" id="{D2FC3182-A52D-4B8A-96E3-7B60234026C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201" y="-147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6" name="Oval 70">
              <a:extLst>
                <a:ext uri="{FF2B5EF4-FFF2-40B4-BE49-F238E27FC236}">
                  <a16:creationId xmlns:a16="http://schemas.microsoft.com/office/drawing/2014/main" id="{E9F71660-2FA9-172E-F1AC-1D2D68DA0E5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471" y="-290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77" name="Oval 71">
              <a:extLst>
                <a:ext uri="{FF2B5EF4-FFF2-40B4-BE49-F238E27FC236}">
                  <a16:creationId xmlns:a16="http://schemas.microsoft.com/office/drawing/2014/main" id="{DA10C91A-F334-4C6F-E2C3-C6F15C0CD3B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607" y="-154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grpSp>
          <p:nvGrpSpPr>
            <p:cNvPr id="1078" name="Group 72">
              <a:extLst>
                <a:ext uri="{FF2B5EF4-FFF2-40B4-BE49-F238E27FC236}">
                  <a16:creationId xmlns:a16="http://schemas.microsoft.com/office/drawing/2014/main" id="{74F86702-E992-AB67-3956-9DD9989CEF9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935" y="-638"/>
              <a:ext cx="1532" cy="635"/>
              <a:chOff x="-765" y="-1448"/>
              <a:chExt cx="1532" cy="2896"/>
            </a:xfrm>
          </p:grpSpPr>
          <p:sp>
            <p:nvSpPr>
              <p:cNvPr id="1099" name="Line 73">
                <a:extLst>
                  <a:ext uri="{FF2B5EF4-FFF2-40B4-BE49-F238E27FC236}">
                    <a16:creationId xmlns:a16="http://schemas.microsoft.com/office/drawing/2014/main" id="{6EBAFEB6-7934-A9E8-FB57-08A287C55B9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765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0" name="Line 74">
                <a:extLst>
                  <a:ext uri="{FF2B5EF4-FFF2-40B4-BE49-F238E27FC236}">
                    <a16:creationId xmlns:a16="http://schemas.microsoft.com/office/drawing/2014/main" id="{F0FCFC56-48C4-5479-B9E2-F40BA6E563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614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1" name="Line 75">
                <a:extLst>
                  <a:ext uri="{FF2B5EF4-FFF2-40B4-BE49-F238E27FC236}">
                    <a16:creationId xmlns:a16="http://schemas.microsoft.com/office/drawing/2014/main" id="{44D337FE-D1BA-579F-AD3B-67F5CF0B8AD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478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2" name="Line 76">
                <a:extLst>
                  <a:ext uri="{FF2B5EF4-FFF2-40B4-BE49-F238E27FC236}">
                    <a16:creationId xmlns:a16="http://schemas.microsoft.com/office/drawing/2014/main" id="{FC705F2C-D22F-FC56-4411-313C263D9D7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342" y="-1441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3" name="Line 77">
                <a:extLst>
                  <a:ext uri="{FF2B5EF4-FFF2-40B4-BE49-F238E27FC236}">
                    <a16:creationId xmlns:a16="http://schemas.microsoft.com/office/drawing/2014/main" id="{9D2DCCC9-8B8E-B228-1201-F81B1C08FAD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206" y="-1441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4" name="Line 78">
                <a:extLst>
                  <a:ext uri="{FF2B5EF4-FFF2-40B4-BE49-F238E27FC236}">
                    <a16:creationId xmlns:a16="http://schemas.microsoft.com/office/drawing/2014/main" id="{3C52F095-850D-152C-C660-0F1B147B22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-70" y="-1448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5" name="Line 79">
                <a:extLst>
                  <a:ext uri="{FF2B5EF4-FFF2-40B4-BE49-F238E27FC236}">
                    <a16:creationId xmlns:a16="http://schemas.microsoft.com/office/drawing/2014/main" id="{EE6FB69C-4ABB-38F2-0162-9D49DED4718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72" y="-1442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6" name="Line 80">
                <a:extLst>
                  <a:ext uri="{FF2B5EF4-FFF2-40B4-BE49-F238E27FC236}">
                    <a16:creationId xmlns:a16="http://schemas.microsoft.com/office/drawing/2014/main" id="{D746A886-5E12-4D3C-8E04-7D7F635A7CC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223" y="-1442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7" name="Line 81">
                <a:extLst>
                  <a:ext uri="{FF2B5EF4-FFF2-40B4-BE49-F238E27FC236}">
                    <a16:creationId xmlns:a16="http://schemas.microsoft.com/office/drawing/2014/main" id="{9EBA0C36-7AB1-35AC-C1ED-FFB787AB83B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359" y="-1442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8" name="Line 82">
                <a:extLst>
                  <a:ext uri="{FF2B5EF4-FFF2-40B4-BE49-F238E27FC236}">
                    <a16:creationId xmlns:a16="http://schemas.microsoft.com/office/drawing/2014/main" id="{415F8831-FFBE-F0C7-5B10-E817B886C1C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495" y="-1438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09" name="Line 83">
                <a:extLst>
                  <a:ext uri="{FF2B5EF4-FFF2-40B4-BE49-F238E27FC236}">
                    <a16:creationId xmlns:a16="http://schemas.microsoft.com/office/drawing/2014/main" id="{0E9E6882-C575-1C90-A6BE-E7094BF288E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631" y="-1438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110" name="Line 84">
                <a:extLst>
                  <a:ext uri="{FF2B5EF4-FFF2-40B4-BE49-F238E27FC236}">
                    <a16:creationId xmlns:a16="http://schemas.microsoft.com/office/drawing/2014/main" id="{94C11CB3-3627-54A1-28AF-9EEF903D18E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gray">
              <a:xfrm>
                <a:off x="767" y="-1445"/>
                <a:ext cx="0" cy="288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079" name="Oval 85">
              <a:extLst>
                <a:ext uri="{FF2B5EF4-FFF2-40B4-BE49-F238E27FC236}">
                  <a16:creationId xmlns:a16="http://schemas.microsoft.com/office/drawing/2014/main" id="{A4BC1375-7556-6485-D57D-2C918F8ED39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50" y="-365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0" name="Oval 86">
              <a:extLst>
                <a:ext uri="{FF2B5EF4-FFF2-40B4-BE49-F238E27FC236}">
                  <a16:creationId xmlns:a16="http://schemas.microsoft.com/office/drawing/2014/main" id="{DABBD460-DB25-5C67-5033-6AF5D165DF7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48" y="-545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1" name="Oval 87">
              <a:extLst>
                <a:ext uri="{FF2B5EF4-FFF2-40B4-BE49-F238E27FC236}">
                  <a16:creationId xmlns:a16="http://schemas.microsoft.com/office/drawing/2014/main" id="{CB983E1A-1A1D-AE7A-2CDB-D752CA8F122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038" y="-427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2" name="Oval 88">
              <a:extLst>
                <a:ext uri="{FF2B5EF4-FFF2-40B4-BE49-F238E27FC236}">
                  <a16:creationId xmlns:a16="http://schemas.microsoft.com/office/drawing/2014/main" id="{5C402294-6C38-CF1C-2731-4224AFD12355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038" y="-543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3" name="Oval 89">
              <a:extLst>
                <a:ext uri="{FF2B5EF4-FFF2-40B4-BE49-F238E27FC236}">
                  <a16:creationId xmlns:a16="http://schemas.microsoft.com/office/drawing/2014/main" id="{5AB00D00-14C8-96D1-5B27-DF6BEE8E297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308" y="-287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4" name="Oval 90">
              <a:extLst>
                <a:ext uri="{FF2B5EF4-FFF2-40B4-BE49-F238E27FC236}">
                  <a16:creationId xmlns:a16="http://schemas.microsoft.com/office/drawing/2014/main" id="{7B2EF875-C1A5-A218-02B1-856A9762506A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444" y="-151"/>
              <a:ext cx="43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5" name="Oval 91">
              <a:extLst>
                <a:ext uri="{FF2B5EF4-FFF2-40B4-BE49-F238E27FC236}">
                  <a16:creationId xmlns:a16="http://schemas.microsoft.com/office/drawing/2014/main" id="{EA4A1664-F490-BE3C-7F41-4527946FFB85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580" y="-286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6" name="Oval 92">
              <a:extLst>
                <a:ext uri="{FF2B5EF4-FFF2-40B4-BE49-F238E27FC236}">
                  <a16:creationId xmlns:a16="http://schemas.microsoft.com/office/drawing/2014/main" id="{44E294B9-DDD6-6620-E596-3B203110174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578" y="-547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7" name="Oval 93">
              <a:extLst>
                <a:ext uri="{FF2B5EF4-FFF2-40B4-BE49-F238E27FC236}">
                  <a16:creationId xmlns:a16="http://schemas.microsoft.com/office/drawing/2014/main" id="{3172C7AC-934B-0070-91F0-BB03AEDC0A0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868" y="-420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8" name="Oval 94">
              <a:extLst>
                <a:ext uri="{FF2B5EF4-FFF2-40B4-BE49-F238E27FC236}">
                  <a16:creationId xmlns:a16="http://schemas.microsoft.com/office/drawing/2014/main" id="{A8216F73-0DA4-F806-D8ED-B45CD7AB58A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5868" y="-155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89" name="Oval 95">
              <a:extLst>
                <a:ext uri="{FF2B5EF4-FFF2-40B4-BE49-F238E27FC236}">
                  <a16:creationId xmlns:a16="http://schemas.microsoft.com/office/drawing/2014/main" id="{C5E15E39-BEBF-8AE8-7EF9-E9C212DDFB81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6138" y="-280"/>
              <a:ext cx="44" cy="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/>
            </a:p>
          </p:txBody>
        </p:sp>
        <p:sp>
          <p:nvSpPr>
            <p:cNvPr id="1090" name="Line 96">
              <a:extLst>
                <a:ext uri="{FF2B5EF4-FFF2-40B4-BE49-F238E27FC236}">
                  <a16:creationId xmlns:a16="http://schemas.microsoft.com/office/drawing/2014/main" id="{783194A5-5331-4FEB-A89E-7C5BF1F6E4F3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5602" y="-636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1" name="Line 97">
              <a:extLst>
                <a:ext uri="{FF2B5EF4-FFF2-40B4-BE49-F238E27FC236}">
                  <a16:creationId xmlns:a16="http://schemas.microsoft.com/office/drawing/2014/main" id="{0244D951-06AA-7B96-0DB5-2E26D1F6342A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5753" y="-636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2" name="Line 98">
              <a:extLst>
                <a:ext uri="{FF2B5EF4-FFF2-40B4-BE49-F238E27FC236}">
                  <a16:creationId xmlns:a16="http://schemas.microsoft.com/office/drawing/2014/main" id="{47B944C8-7F8F-1D07-07B5-FA1261521881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5889" y="-636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3" name="Line 99">
              <a:extLst>
                <a:ext uri="{FF2B5EF4-FFF2-40B4-BE49-F238E27FC236}">
                  <a16:creationId xmlns:a16="http://schemas.microsoft.com/office/drawing/2014/main" id="{18AF0D18-6B16-872E-CC52-09216DC8312B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6025" y="-635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4" name="Line 100">
              <a:extLst>
                <a:ext uri="{FF2B5EF4-FFF2-40B4-BE49-F238E27FC236}">
                  <a16:creationId xmlns:a16="http://schemas.microsoft.com/office/drawing/2014/main" id="{9AD43967-38E2-1F7C-3E5F-7370988C17C3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6161" y="-635"/>
              <a:ext cx="0" cy="6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5" name="Line 101">
              <a:extLst>
                <a:ext uri="{FF2B5EF4-FFF2-40B4-BE49-F238E27FC236}">
                  <a16:creationId xmlns:a16="http://schemas.microsoft.com/office/drawing/2014/main" id="{0E3B4DC1-690F-E526-1F97-64312FF66F13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476" y="-525"/>
              <a:ext cx="576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6" name="Line 102">
              <a:extLst>
                <a:ext uri="{FF2B5EF4-FFF2-40B4-BE49-F238E27FC236}">
                  <a16:creationId xmlns:a16="http://schemas.microsoft.com/office/drawing/2014/main" id="{EB43066B-BF6C-C384-DB31-656760626E59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477" y="-389"/>
              <a:ext cx="576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7" name="Line 103">
              <a:extLst>
                <a:ext uri="{FF2B5EF4-FFF2-40B4-BE49-F238E27FC236}">
                  <a16:creationId xmlns:a16="http://schemas.microsoft.com/office/drawing/2014/main" id="{C4A23623-120C-91A4-F39D-80D85C74886C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478" y="-253"/>
              <a:ext cx="576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98" name="Line 104">
              <a:extLst>
                <a:ext uri="{FF2B5EF4-FFF2-40B4-BE49-F238E27FC236}">
                  <a16:creationId xmlns:a16="http://schemas.microsoft.com/office/drawing/2014/main" id="{A4FAFEB2-B9F7-233E-A880-0A70744E766C}"/>
                </a:ext>
              </a:extLst>
            </p:cNvPr>
            <p:cNvSpPr>
              <a:spLocks noChangeShapeType="1"/>
            </p:cNvSpPr>
            <p:nvPr userDrawn="1"/>
          </p:nvSpPr>
          <p:spPr bwMode="gray">
            <a:xfrm>
              <a:off x="480" y="-126"/>
              <a:ext cx="576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129" name="Rectangle 105">
            <a:extLst>
              <a:ext uri="{FF2B5EF4-FFF2-40B4-BE49-F238E27FC236}">
                <a16:creationId xmlns:a16="http://schemas.microsoft.com/office/drawing/2014/main" id="{F9E56C6F-86C8-E0A4-9FDA-A41DF245A0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800100"/>
            <a:ext cx="12192000" cy="301625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ru-RU">
              <a:latin typeface="Arial" charset="0"/>
            </a:endParaRPr>
          </a:p>
        </p:txBody>
      </p:sp>
      <p:sp>
        <p:nvSpPr>
          <p:cNvPr id="1029" name="Oval 106" descr="06_original_w">
            <a:extLst>
              <a:ext uri="{FF2B5EF4-FFF2-40B4-BE49-F238E27FC236}">
                <a16:creationId xmlns:a16="http://schemas.microsoft.com/office/drawing/2014/main" id="{1EC5A76B-B324-D381-0770-2AA9312560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09263" y="404813"/>
            <a:ext cx="1247775" cy="1008062"/>
          </a:xfrm>
          <a:prstGeom prst="ellipse">
            <a:avLst/>
          </a:prstGeom>
          <a:blipFill dpi="0" rotWithShape="1">
            <a:blip r:embed="rId13"/>
            <a:srcRect/>
            <a:stretch>
              <a:fillRect/>
            </a:stretch>
          </a:blipFill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ru-RU" altLang="ru-RU"/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3CC05DC6-EF01-6C92-E519-D4C1ABE67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28725"/>
            <a:ext cx="10972800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Образец текста</a:t>
            </a:r>
          </a:p>
          <a:p>
            <a:pPr lvl="1"/>
            <a:r>
              <a:rPr lang="en-US" altLang="ru-RU"/>
              <a:t>Второй уровень</a:t>
            </a:r>
          </a:p>
          <a:p>
            <a:pPr lvl="2"/>
            <a:r>
              <a:rPr lang="en-US" altLang="ru-RU"/>
              <a:t>Третий уровень</a:t>
            </a:r>
          </a:p>
          <a:p>
            <a:pPr lvl="3"/>
            <a:r>
              <a:rPr lang="en-US" altLang="ru-RU"/>
              <a:t>Четвертый уровень</a:t>
            </a:r>
          </a:p>
          <a:p>
            <a:pPr lvl="4"/>
            <a:r>
              <a:rPr lang="en-US" altLang="ru-RU"/>
              <a:t>Пятый уровень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37AB236-08A5-5991-A71D-A5DFCD14C80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400800"/>
            <a:ext cx="28448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A64AE2B-0E94-2A6C-D2CA-49237E04F4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00800"/>
            <a:ext cx="38608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43DABE-9713-82A8-0A3B-9DC45DB2C5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00800"/>
            <a:ext cx="28448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/>
            </a:lvl1pPr>
          </a:lstStyle>
          <a:p>
            <a:pPr>
              <a:defRPr/>
            </a:pPr>
            <a:fld id="{76C74F22-A1B5-4395-912C-E8B93DBD0804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  <p:sp>
        <p:nvSpPr>
          <p:cNvPr id="1034" name="Rectangle 2">
            <a:extLst>
              <a:ext uri="{FF2B5EF4-FFF2-40B4-BE49-F238E27FC236}">
                <a16:creationId xmlns:a16="http://schemas.microsoft.com/office/drawing/2014/main" id="{543E7DFF-8E87-5BF1-C314-A805D54DBF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609600" y="228600"/>
            <a:ext cx="9855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Образец заголовка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 b="1" i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6FF8222-C72C-3D3D-8DF1-84D0A134BB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705013" y="2922587"/>
            <a:ext cx="6329313" cy="1012825"/>
          </a:xfrm>
        </p:spPr>
        <p:txBody>
          <a:bodyPr/>
          <a:lstStyle/>
          <a:p>
            <a:pPr algn="ctr" eaLnBrk="1" hangingPunct="1"/>
            <a:br>
              <a:rPr lang="en-US" altLang="ru-RU" sz="4800" b="1" dirty="0">
                <a:latin typeface="Comic Sans MS" panose="030F0702030302020204" pitchFamily="66" charset="0"/>
              </a:rPr>
            </a:br>
            <a:r>
              <a:rPr lang="en-US" altLang="ru-RU" sz="4800" b="1" dirty="0" err="1">
                <a:latin typeface="Comic Sans MS" panose="030F0702030302020204" pitchFamily="66" charset="0"/>
              </a:rPr>
              <a:t>LabViewda</a:t>
            </a:r>
            <a:r>
              <a:rPr lang="en-US" altLang="ru-RU" sz="4800" b="1" dirty="0">
                <a:latin typeface="Comic Sans MS" panose="030F0702030302020204" pitchFamily="66" charset="0"/>
              </a:rPr>
              <a:t> </a:t>
            </a:r>
            <a:r>
              <a:rPr lang="en-US" altLang="ru-RU" sz="4800" b="1" dirty="0" err="1">
                <a:latin typeface="Comic Sans MS" panose="030F0702030302020204" pitchFamily="66" charset="0"/>
              </a:rPr>
              <a:t>massiv</a:t>
            </a:r>
            <a:r>
              <a:rPr lang="en-US" altLang="ru-RU" sz="4800" b="1" dirty="0">
                <a:latin typeface="Comic Sans MS" panose="030F0702030302020204" pitchFamily="66" charset="0"/>
              </a:rPr>
              <a:t> </a:t>
            </a:r>
            <a:r>
              <a:rPr lang="en-US" altLang="ru-RU" sz="4800" b="1" dirty="0" err="1">
                <a:latin typeface="Comic Sans MS" panose="030F0702030302020204" pitchFamily="66" charset="0"/>
              </a:rPr>
              <a:t>va</a:t>
            </a:r>
            <a:r>
              <a:rPr lang="en-US" altLang="ru-RU" sz="4800" b="1" dirty="0">
                <a:latin typeface="Comic Sans MS" panose="030F0702030302020204" pitchFamily="66" charset="0"/>
              </a:rPr>
              <a:t> </a:t>
            </a:r>
            <a:r>
              <a:rPr lang="en-US" altLang="ru-RU" sz="4800" b="1" dirty="0" err="1">
                <a:latin typeface="Comic Sans MS" panose="030F0702030302020204" pitchFamily="66" charset="0"/>
              </a:rPr>
              <a:t>klasterlar</a:t>
            </a:r>
            <a:r>
              <a:rPr lang="en-US" altLang="ru-RU" sz="4800" b="1" dirty="0">
                <a:latin typeface="Comic Sans MS" panose="030F0702030302020204" pitchFamily="66" charset="0"/>
              </a:rPr>
              <a:t> </a:t>
            </a:r>
            <a:r>
              <a:rPr lang="en-US" altLang="ru-RU" sz="4800" b="1" dirty="0" err="1">
                <a:latin typeface="Comic Sans MS" panose="030F0702030302020204" pitchFamily="66" charset="0"/>
              </a:rPr>
              <a:t>bilan</a:t>
            </a:r>
            <a:r>
              <a:rPr lang="en-US" altLang="ru-RU" sz="4800" b="1" dirty="0">
                <a:latin typeface="Comic Sans MS" panose="030F0702030302020204" pitchFamily="66" charset="0"/>
              </a:rPr>
              <a:t> </a:t>
            </a:r>
            <a:r>
              <a:rPr lang="en-US" altLang="ru-RU" sz="4800" b="1" dirty="0" err="1">
                <a:latin typeface="Comic Sans MS" panose="030F0702030302020204" pitchFamily="66" charset="0"/>
              </a:rPr>
              <a:t>ishlash</a:t>
            </a:r>
            <a:endParaRPr lang="en-US" altLang="ru-RU" sz="4800" b="1" dirty="0">
              <a:latin typeface="Comic Sans MS" panose="030F0702030302020204" pitchFamily="66" charset="0"/>
            </a:endParaRPr>
          </a:p>
        </p:txBody>
      </p:sp>
      <p:sp>
        <p:nvSpPr>
          <p:cNvPr id="3075" name="Rectangle 7">
            <a:extLst>
              <a:ext uri="{FF2B5EF4-FFF2-40B4-BE49-F238E27FC236}">
                <a16:creationId xmlns:a16="http://schemas.microsoft.com/office/drawing/2014/main" id="{2851FCFA-5792-4C96-D1D2-86528E5807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23592" y="5085184"/>
            <a:ext cx="7086600" cy="381000"/>
          </a:xfrm>
        </p:spPr>
        <p:txBody>
          <a:bodyPr/>
          <a:lstStyle/>
          <a:p>
            <a:pPr algn="ctr" eaLnBrk="1" hangingPunct="1"/>
            <a:r>
              <a:rPr lang="en-US" altLang="ru-RU" sz="2000" i="1">
                <a:solidFill>
                  <a:schemeClr val="tx1"/>
                </a:solidFill>
                <a:latin typeface="Comic Sans MS" panose="030F0702030302020204" pitchFamily="66" charset="0"/>
              </a:rPr>
              <a:t>M.N.Ikromova</a:t>
            </a:r>
            <a:r>
              <a:rPr lang="ru-RU" altLang="ru-RU" sz="2000" i="1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7">
            <a:extLst>
              <a:ext uri="{FF2B5EF4-FFF2-40B4-BE49-F238E27FC236}">
                <a16:creationId xmlns:a16="http://schemas.microsoft.com/office/drawing/2014/main" id="{5B71BF87-F15C-E66A-B66E-DB82A5C5AD73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2803525"/>
            <a:ext cx="977900" cy="800100"/>
            <a:chOff x="3174" y="2656"/>
            <a:chExt cx="1549" cy="1351"/>
          </a:xfrm>
        </p:grpSpPr>
        <p:sp>
          <p:nvSpPr>
            <p:cNvPr id="4120" name="AutoShape 8">
              <a:extLst>
                <a:ext uri="{FF2B5EF4-FFF2-40B4-BE49-F238E27FC236}">
                  <a16:creationId xmlns:a16="http://schemas.microsoft.com/office/drawing/2014/main" id="{5D37FE7E-1CD8-164A-91C8-F3F0A74A60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ru-RU" altLang="ru-RU" sz="1800"/>
            </a:p>
          </p:txBody>
        </p:sp>
        <p:sp>
          <p:nvSpPr>
            <p:cNvPr id="4121" name="AutoShape 9">
              <a:extLst>
                <a:ext uri="{FF2B5EF4-FFF2-40B4-BE49-F238E27FC236}">
                  <a16:creationId xmlns:a16="http://schemas.microsoft.com/office/drawing/2014/main" id="{24427EB1-BF24-085D-10E6-FF6058D5DCC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ru-RU" altLang="ru-RU" sz="1800"/>
            </a:p>
          </p:txBody>
        </p:sp>
        <p:sp>
          <p:nvSpPr>
            <p:cNvPr id="67594" name="AutoShape 10">
              <a:extLst>
                <a:ext uri="{FF2B5EF4-FFF2-40B4-BE49-F238E27FC236}">
                  <a16:creationId xmlns:a16="http://schemas.microsoft.com/office/drawing/2014/main" id="{6C2477B4-4153-5162-A735-98E5F670350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65" y="2736"/>
              <a:ext cx="1348" cy="1169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</p:grpSp>
      <p:sp>
        <p:nvSpPr>
          <p:cNvPr id="4099" name="Line 11">
            <a:extLst>
              <a:ext uri="{FF2B5EF4-FFF2-40B4-BE49-F238E27FC236}">
                <a16:creationId xmlns:a16="http://schemas.microsoft.com/office/drawing/2014/main" id="{265CEE0C-B47A-ACB3-943E-8E4A699AB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2988" y="2633663"/>
            <a:ext cx="7488237" cy="11112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100" name="Text Box 12">
            <a:extLst>
              <a:ext uri="{FF2B5EF4-FFF2-40B4-BE49-F238E27FC236}">
                <a16:creationId xmlns:a16="http://schemas.microsoft.com/office/drawing/2014/main" id="{CA0B677D-C1F5-83E1-67F3-2C95DADC0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5" y="1916113"/>
            <a:ext cx="79422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 sz="4000" dirty="0" err="1">
                <a:latin typeface="Comic Sans MS" panose="030F0702030302020204" pitchFamily="66" charset="0"/>
              </a:rPr>
              <a:t>Massiv</a:t>
            </a:r>
            <a:r>
              <a:rPr lang="en-US" altLang="ru-RU" sz="4000" dirty="0">
                <a:latin typeface="Comic Sans MS" panose="030F0702030302020204" pitchFamily="66" charset="0"/>
              </a:rPr>
              <a:t> </a:t>
            </a:r>
            <a:r>
              <a:rPr lang="en-US" altLang="ru-RU" sz="4000" dirty="0" err="1">
                <a:latin typeface="Comic Sans MS" panose="030F0702030302020204" pitchFamily="66" charset="0"/>
              </a:rPr>
              <a:t>haqida</a:t>
            </a:r>
            <a:r>
              <a:rPr lang="en-US" altLang="ru-RU" sz="4000" dirty="0">
                <a:latin typeface="Comic Sans MS" panose="030F0702030302020204" pitchFamily="66" charset="0"/>
              </a:rPr>
              <a:t> </a:t>
            </a:r>
            <a:r>
              <a:rPr lang="en-US" altLang="ru-RU" sz="4000" dirty="0" err="1">
                <a:latin typeface="Comic Sans MS" panose="030F0702030302020204" pitchFamily="66" charset="0"/>
              </a:rPr>
              <a:t>umumiy</a:t>
            </a:r>
            <a:r>
              <a:rPr lang="en-US" altLang="ru-RU" sz="4000" dirty="0">
                <a:latin typeface="Comic Sans MS" panose="030F0702030302020204" pitchFamily="66" charset="0"/>
              </a:rPr>
              <a:t> </a:t>
            </a:r>
            <a:r>
              <a:rPr lang="en-US" altLang="ru-RU" sz="4000" dirty="0" err="1">
                <a:latin typeface="Comic Sans MS" panose="030F0702030302020204" pitchFamily="66" charset="0"/>
              </a:rPr>
              <a:t>ma’lumot</a:t>
            </a:r>
            <a:endParaRPr lang="en-US" altLang="ru-RU" sz="4000" dirty="0">
              <a:latin typeface="Comic Sans MS" panose="030F0702030302020204" pitchFamily="66" charset="0"/>
            </a:endParaRPr>
          </a:p>
        </p:txBody>
      </p:sp>
      <p:grpSp>
        <p:nvGrpSpPr>
          <p:cNvPr id="4101" name="Группа 3">
            <a:extLst>
              <a:ext uri="{FF2B5EF4-FFF2-40B4-BE49-F238E27FC236}">
                <a16:creationId xmlns:a16="http://schemas.microsoft.com/office/drawing/2014/main" id="{350E3840-84AF-BE51-2429-85E2542D0DC4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1844675"/>
            <a:ext cx="977900" cy="844550"/>
            <a:chOff x="1487488" y="1844824"/>
            <a:chExt cx="978024" cy="844401"/>
          </a:xfrm>
        </p:grpSpPr>
        <p:grpSp>
          <p:nvGrpSpPr>
            <p:cNvPr id="4115" name="Group 3">
              <a:extLst>
                <a:ext uri="{FF2B5EF4-FFF2-40B4-BE49-F238E27FC236}">
                  <a16:creationId xmlns:a16="http://schemas.microsoft.com/office/drawing/2014/main" id="{05D51BCD-C5A6-AE94-95A9-32459D6B8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488" y="1844824"/>
              <a:ext cx="978024" cy="844401"/>
              <a:chOff x="1110" y="2656"/>
              <a:chExt cx="1549" cy="1351"/>
            </a:xfrm>
          </p:grpSpPr>
          <p:sp>
            <p:nvSpPr>
              <p:cNvPr id="4117" name="AutoShape 4">
                <a:extLst>
                  <a:ext uri="{FF2B5EF4-FFF2-40B4-BE49-F238E27FC236}">
                    <a16:creationId xmlns:a16="http://schemas.microsoft.com/office/drawing/2014/main" id="{63213493-3982-9B62-3BC8-C6D4152202A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118" name="AutoShape 5">
                <a:extLst>
                  <a:ext uri="{FF2B5EF4-FFF2-40B4-BE49-F238E27FC236}">
                    <a16:creationId xmlns:a16="http://schemas.microsoft.com/office/drawing/2014/main" id="{EF906817-77DE-A118-200A-C8F1B883016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67590" name="AutoShape 6">
                <a:extLst>
                  <a:ext uri="{FF2B5EF4-FFF2-40B4-BE49-F238E27FC236}">
                    <a16:creationId xmlns:a16="http://schemas.microsoft.com/office/drawing/2014/main" id="{59154DB2-D05A-40EC-51F9-D2272DAD23A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4116" name="Text Box 13">
              <a:extLst>
                <a:ext uri="{FF2B5EF4-FFF2-40B4-BE49-F238E27FC236}">
                  <a16:creationId xmlns:a16="http://schemas.microsoft.com/office/drawing/2014/main" id="{8D490146-014B-9FC8-C095-B070BD092E8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1591" y="1952158"/>
              <a:ext cx="70152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3600">
                  <a:solidFill>
                    <a:schemeClr val="bg1"/>
                  </a:solidFill>
                  <a:latin typeface="Comic Sans MS" panose="030F0702030302020204" pitchFamily="66" charset="0"/>
                </a:rPr>
                <a:t>1</a:t>
              </a:r>
            </a:p>
          </p:txBody>
        </p:sp>
      </p:grpSp>
      <p:sp>
        <p:nvSpPr>
          <p:cNvPr id="4102" name="Line 14">
            <a:extLst>
              <a:ext uri="{FF2B5EF4-FFF2-40B4-BE49-F238E27FC236}">
                <a16:creationId xmlns:a16="http://schemas.microsoft.com/office/drawing/2014/main" id="{4A5B241F-7AE3-A42F-C648-5CBE3C413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2988" y="3548063"/>
            <a:ext cx="7488237" cy="7937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103" name="Text Box 15">
            <a:extLst>
              <a:ext uri="{FF2B5EF4-FFF2-40B4-BE49-F238E27FC236}">
                <a16:creationId xmlns:a16="http://schemas.microsoft.com/office/drawing/2014/main" id="{1C7A9076-0425-94B3-D209-EA6B3B006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5" y="2836863"/>
            <a:ext cx="72056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 sz="4000">
                <a:latin typeface="Comic Sans MS" panose="030F0702030302020204" pitchFamily="66" charset="0"/>
              </a:rPr>
              <a:t>LabView dasturida massivlar</a:t>
            </a:r>
          </a:p>
        </p:txBody>
      </p:sp>
      <p:sp>
        <p:nvSpPr>
          <p:cNvPr id="4104" name="Text Box 16">
            <a:extLst>
              <a:ext uri="{FF2B5EF4-FFF2-40B4-BE49-F238E27FC236}">
                <a16:creationId xmlns:a16="http://schemas.microsoft.com/office/drawing/2014/main" id="{0A11F950-B05B-A3FA-8AFA-7D50F7257A8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47838" y="2927350"/>
            <a:ext cx="4349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3600">
                <a:solidFill>
                  <a:schemeClr val="bg1"/>
                </a:solidFill>
                <a:latin typeface="Comic Sans MS" panose="030F0702030302020204" pitchFamily="66" charset="0"/>
              </a:rPr>
              <a:t>2</a:t>
            </a:r>
          </a:p>
        </p:txBody>
      </p:sp>
      <p:grpSp>
        <p:nvGrpSpPr>
          <p:cNvPr id="4105" name="Group 17">
            <a:extLst>
              <a:ext uri="{FF2B5EF4-FFF2-40B4-BE49-F238E27FC236}">
                <a16:creationId xmlns:a16="http://schemas.microsoft.com/office/drawing/2014/main" id="{AE7FCA49-6A2C-5032-044E-C220C9AE2EDE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3692525"/>
            <a:ext cx="977900" cy="803275"/>
            <a:chOff x="1110" y="2656"/>
            <a:chExt cx="1549" cy="1351"/>
          </a:xfrm>
        </p:grpSpPr>
        <p:sp>
          <p:nvSpPr>
            <p:cNvPr id="4112" name="AutoShape 18">
              <a:extLst>
                <a:ext uri="{FF2B5EF4-FFF2-40B4-BE49-F238E27FC236}">
                  <a16:creationId xmlns:a16="http://schemas.microsoft.com/office/drawing/2014/main" id="{F69F9C5A-BDDC-1151-14C1-61DC6FD912E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ru-RU" altLang="ru-RU" sz="1800"/>
            </a:p>
          </p:txBody>
        </p:sp>
        <p:sp>
          <p:nvSpPr>
            <p:cNvPr id="4113" name="AutoShape 19">
              <a:extLst>
                <a:ext uri="{FF2B5EF4-FFF2-40B4-BE49-F238E27FC236}">
                  <a16:creationId xmlns:a16="http://schemas.microsoft.com/office/drawing/2014/main" id="{B4E74B35-0F9A-C423-DDE9-A76728DCA0D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ru-RU" altLang="ru-RU" sz="1800"/>
            </a:p>
          </p:txBody>
        </p:sp>
        <p:sp>
          <p:nvSpPr>
            <p:cNvPr id="67604" name="AutoShape 20">
              <a:extLst>
                <a:ext uri="{FF2B5EF4-FFF2-40B4-BE49-F238E27FC236}">
                  <a16:creationId xmlns:a16="http://schemas.microsoft.com/office/drawing/2014/main" id="{C2FFFDE8-1420-610B-B8B9-8C09CC1491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1" y="2736"/>
              <a:ext cx="1348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</p:grpSp>
      <p:sp>
        <p:nvSpPr>
          <p:cNvPr id="4106" name="Line 25">
            <a:extLst>
              <a:ext uri="{FF2B5EF4-FFF2-40B4-BE49-F238E27FC236}">
                <a16:creationId xmlns:a16="http://schemas.microsoft.com/office/drawing/2014/main" id="{D1848F13-5C0D-5BA5-BFD7-2EDFCEE55A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2988" y="4430713"/>
            <a:ext cx="7531100" cy="952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107" name="Text Box 27">
            <a:extLst>
              <a:ext uri="{FF2B5EF4-FFF2-40B4-BE49-F238E27FC236}">
                <a16:creationId xmlns:a16="http://schemas.microsoft.com/office/drawing/2014/main" id="{103992BC-3D76-6044-BFB3-B5966081936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47838" y="3789363"/>
            <a:ext cx="43497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3600">
                <a:solidFill>
                  <a:schemeClr val="bg1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4108" name="Text Box 30">
            <a:extLst>
              <a:ext uri="{FF2B5EF4-FFF2-40B4-BE49-F238E27FC236}">
                <a16:creationId xmlns:a16="http://schemas.microsoft.com/office/drawing/2014/main" id="{25BB25C3-5727-2762-C2CA-FDDE4779B55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549650" y="4843463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109" name="Text Box 31">
            <a:extLst>
              <a:ext uri="{FF2B5EF4-FFF2-40B4-BE49-F238E27FC236}">
                <a16:creationId xmlns:a16="http://schemas.microsoft.com/office/drawing/2014/main" id="{57F1C7F1-AEF9-C620-933F-E121F17E6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5" y="722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1800" b="0"/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D753C915-2E5D-656B-BE54-6341D2514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115888"/>
            <a:ext cx="1403350" cy="7699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ru-RU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Reja</a:t>
            </a:r>
            <a:endParaRPr lang="en-US" alt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4111" name="Text Box 15">
            <a:extLst>
              <a:ext uri="{FF2B5EF4-FFF2-40B4-BE49-F238E27FC236}">
                <a16:creationId xmlns:a16="http://schemas.microsoft.com/office/drawing/2014/main" id="{FB07AE75-1697-E57B-6FBC-95C4BFA23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3800475"/>
            <a:ext cx="73564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 sz="4000">
                <a:latin typeface="Comic Sans MS" panose="030F0702030302020204" pitchFamily="66" charset="0"/>
              </a:rPr>
              <a:t>LabView dasturida klasterlar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6183F029-42F1-67A2-910B-2604BC1CB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4963" y="1341438"/>
            <a:ext cx="10514012" cy="5327650"/>
          </a:xfrm>
          <a:noFill/>
          <a:effectLst/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ru-RU" sz="3600" b="1" i="1" u="sng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Massivlar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-bu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bitta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nomga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,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bitta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ma'lumot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turiga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ega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bo'lgan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va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xotirada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ketma-ket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joylashtirilgan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o'zgaruvchilar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to'plami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.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ru-RU" sz="3600" b="1" i="1" dirty="0">
              <a:solidFill>
                <a:srgbClr val="3749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Massivning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har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bir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o'zgaruvchisi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massiv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elementi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deb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ataladi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.  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ru-RU" sz="3600" b="1" i="1" dirty="0">
              <a:solidFill>
                <a:srgbClr val="374988"/>
              </a:solidFill>
              <a:latin typeface="Comic Sans MS" panose="030F0702030302020204" pitchFamily="66" charset="0"/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Massivlar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bir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qator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qiymatlarni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bitta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o'zgaruvchida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saqlash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uchun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altLang="ru-RU" sz="3600" b="1" i="1" dirty="0" err="1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ishlatiladi</a:t>
            </a:r>
            <a:r>
              <a:rPr lang="en-US" altLang="ru-RU" sz="3600" b="1" i="1" dirty="0">
                <a:solidFill>
                  <a:srgbClr val="3749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.</a:t>
            </a:r>
            <a:endParaRPr lang="en-US" altLang="ru-RU" sz="3600" b="1" dirty="0">
              <a:solidFill>
                <a:srgbClr val="3749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AutoShape 3">
            <a:extLst>
              <a:ext uri="{FF2B5EF4-FFF2-40B4-BE49-F238E27FC236}">
                <a16:creationId xmlns:a16="http://schemas.microsoft.com/office/drawing/2014/main" id="{6CA012B4-6EE5-3F65-17BB-7F3660172D3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7625" y="1196975"/>
            <a:ext cx="6911975" cy="4752975"/>
          </a:xfrm>
          <a:prstGeom prst="rightArrow">
            <a:avLst>
              <a:gd name="adj1" fmla="val 79306"/>
              <a:gd name="adj2" fmla="val 32395"/>
            </a:avLst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74756" name="AutoShape 4">
            <a:extLst>
              <a:ext uri="{FF2B5EF4-FFF2-40B4-BE49-F238E27FC236}">
                <a16:creationId xmlns:a16="http://schemas.microsoft.com/office/drawing/2014/main" id="{68B067F0-4D70-007A-0F26-D1C7641C535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127448" y="1803400"/>
            <a:ext cx="4254624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accent2"/>
              </a:gs>
              <a:gs pos="50000">
                <a:schemeClr val="accent2">
                  <a:gamma/>
                  <a:tint val="69804"/>
                  <a:invGamma/>
                </a:schemeClr>
              </a:gs>
              <a:gs pos="100000">
                <a:schemeClr val="accent2"/>
              </a:gs>
            </a:gsLst>
            <a:lin ang="2700000" scaled="1"/>
          </a:gradFill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3600" dirty="0">
                <a:solidFill>
                  <a:schemeClr val="tx2"/>
                </a:solidFill>
                <a:latin typeface="Comic Sans MS" panose="030F0702030302020204" pitchFamily="66" charset="0"/>
              </a:rPr>
              <a:t>Bir </a:t>
            </a:r>
            <a:r>
              <a:rPr lang="en-US" sz="3600" dirty="0" err="1">
                <a:solidFill>
                  <a:schemeClr val="tx2"/>
                </a:solidFill>
                <a:latin typeface="Comic Sans MS" panose="030F0702030302020204" pitchFamily="66" charset="0"/>
              </a:rPr>
              <a:t>o’lchamli</a:t>
            </a:r>
            <a:endParaRPr lang="en-US" sz="3600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6148" name="AutoShape 5">
            <a:extLst>
              <a:ext uri="{FF2B5EF4-FFF2-40B4-BE49-F238E27FC236}">
                <a16:creationId xmlns:a16="http://schemas.microsoft.com/office/drawing/2014/main" id="{31347AE4-6233-1629-B892-B137E9FDF21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127448" y="2908300"/>
            <a:ext cx="4254624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699D5F"/>
              </a:gs>
              <a:gs pos="50000">
                <a:srgbClr val="96BB8F"/>
              </a:gs>
              <a:gs pos="100000">
                <a:srgbClr val="699D5F"/>
              </a:gs>
            </a:gsLst>
            <a:lin ang="2700000" scaled="1"/>
          </a:gradFill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3600">
                <a:solidFill>
                  <a:schemeClr val="tx2"/>
                </a:solidFill>
                <a:latin typeface="Comic Sans MS" panose="030F0702030302020204" pitchFamily="66" charset="0"/>
              </a:rPr>
              <a:t>Ikki o’lchamli</a:t>
            </a:r>
          </a:p>
        </p:txBody>
      </p:sp>
      <p:sp>
        <p:nvSpPr>
          <p:cNvPr id="74758" name="AutoShape 6">
            <a:extLst>
              <a:ext uri="{FF2B5EF4-FFF2-40B4-BE49-F238E27FC236}">
                <a16:creationId xmlns:a16="http://schemas.microsoft.com/office/drawing/2014/main" id="{49BE0AA3-DB6E-8006-7D7C-4BD39E4317B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144591" y="4013200"/>
            <a:ext cx="4254624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hlink"/>
              </a:gs>
              <a:gs pos="50000">
                <a:schemeClr val="hlink">
                  <a:gamma/>
                  <a:tint val="69804"/>
                  <a:invGamma/>
                </a:schemeClr>
              </a:gs>
              <a:gs pos="100000">
                <a:schemeClr val="hlink"/>
              </a:gs>
            </a:gsLst>
            <a:lin ang="2700000" scaled="1"/>
          </a:gradFill>
          <a:ln w="254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3600" dirty="0" err="1">
                <a:solidFill>
                  <a:schemeClr val="tx2"/>
                </a:solidFill>
                <a:latin typeface="Comic Sans MS" panose="030F0702030302020204" pitchFamily="66" charset="0"/>
              </a:rPr>
              <a:t>Ko’p</a:t>
            </a:r>
            <a:r>
              <a:rPr lang="en-US" sz="3600" dirty="0">
                <a:solidFill>
                  <a:schemeClr val="tx2"/>
                </a:solidFill>
                <a:latin typeface="Comic Sans MS" panose="030F0702030302020204" pitchFamily="66" charset="0"/>
              </a:rPr>
              <a:t> </a:t>
            </a:r>
            <a:r>
              <a:rPr lang="en-US" sz="3600" dirty="0" err="1">
                <a:solidFill>
                  <a:schemeClr val="tx2"/>
                </a:solidFill>
                <a:latin typeface="Comic Sans MS" panose="030F0702030302020204" pitchFamily="66" charset="0"/>
              </a:rPr>
              <a:t>o’lchamli</a:t>
            </a:r>
            <a:endParaRPr lang="en-US" sz="3600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  <p:sp>
        <p:nvSpPr>
          <p:cNvPr id="74759" name="AutoShape 7">
            <a:extLst>
              <a:ext uri="{FF2B5EF4-FFF2-40B4-BE49-F238E27FC236}">
                <a16:creationId xmlns:a16="http://schemas.microsoft.com/office/drawing/2014/main" id="{4319D06D-AAB7-C324-3385-5C826AD53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025" y="1588"/>
            <a:ext cx="4679950" cy="847725"/>
          </a:xfrm>
          <a:prstGeom prst="roundRect">
            <a:avLst>
              <a:gd name="adj" fmla="val 9106"/>
            </a:avLst>
          </a:prstGeom>
          <a:noFill/>
          <a:ln>
            <a:noFill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Massiv</a:t>
            </a:r>
            <a:r>
              <a:rPr lang="en-US" sz="4000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rPr>
              <a:t>o’lchamlari</a:t>
            </a:r>
            <a:endParaRPr lang="en-US" sz="4000" dirty="0"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463EA4-3669-DFB2-7395-B8273A129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930" y="1606550"/>
            <a:ext cx="5132833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195484-02FE-2099-8D79-7C6B73DA5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1" y="2852738"/>
            <a:ext cx="4897438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F37F49-FF6F-5DCD-7EE5-EECF3341A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4098925"/>
            <a:ext cx="4983163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4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nimBg="1"/>
      <p:bldP spid="74756" grpId="0" animBg="1"/>
      <p:bldP spid="6148" grpId="0" animBg="1"/>
      <p:bldP spid="74758" grpId="0" animBg="1"/>
      <p:bldP spid="747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>
            <a:extLst>
              <a:ext uri="{FF2B5EF4-FFF2-40B4-BE49-F238E27FC236}">
                <a16:creationId xmlns:a16="http://schemas.microsoft.com/office/drawing/2014/main" id="{EFBA6CB8-A8FA-2C73-2F5A-B6BE9D34A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541" y="3352800"/>
            <a:ext cx="4306289" cy="3460576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/>
                    </a:gs>
                    <a:gs pos="100000">
                      <a:srgbClr val="E3F1FF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ru-RU" altLang="ru-RU" sz="1800" b="0">
              <a:latin typeface="Verdana" panose="020B0604030504040204" pitchFamily="34" charset="0"/>
            </a:endParaRPr>
          </a:p>
        </p:txBody>
      </p:sp>
      <p:sp>
        <p:nvSpPr>
          <p:cNvPr id="7171" name="AutoShape 3">
            <a:extLst>
              <a:ext uri="{FF2B5EF4-FFF2-40B4-BE49-F238E27FC236}">
                <a16:creationId xmlns:a16="http://schemas.microsoft.com/office/drawing/2014/main" id="{85FBE313-B4CC-499D-776A-5EFC4E164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8" y="3268677"/>
            <a:ext cx="4034730" cy="3271837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/>
                    </a:gs>
                    <a:gs pos="100000">
                      <a:srgbClr val="E3F1FF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ru-RU" altLang="ru-RU" sz="1800" b="0">
              <a:latin typeface="Verdana" panose="020B0604030504040204" pitchFamily="34" charset="0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0B62BD93-C224-8581-670F-EDEBF874C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3429000"/>
            <a:ext cx="3166939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mic Sans MS" panose="030F0702030302020204" pitchFamily="66" charset="0"/>
              </a:rPr>
              <a:t>Statik</a:t>
            </a:r>
            <a:endParaRPr lang="ru-RU" altLang="ru-RU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ru-RU" altLang="ru-RU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3600" dirty="0" err="1">
                <a:latin typeface="Comic Sans MS" panose="030F0702030302020204" pitchFamily="66" charset="0"/>
              </a:rPr>
              <a:t>Elementlar</a:t>
            </a:r>
            <a:r>
              <a:rPr lang="en-US" altLang="ru-RU" dirty="0">
                <a:latin typeface="Comic Sans MS" panose="030F0702030302020204" pitchFamily="66" charset="0"/>
              </a:rPr>
              <a:t> </a:t>
            </a:r>
            <a:r>
              <a:rPr lang="en-US" altLang="ru-RU" dirty="0" err="1">
                <a:latin typeface="Comic Sans MS" panose="030F0702030302020204" pitchFamily="66" charset="0"/>
              </a:rPr>
              <a:t>soni</a:t>
            </a:r>
            <a:r>
              <a:rPr lang="en-US" altLang="ru-RU" dirty="0">
                <a:latin typeface="Comic Sans MS" panose="030F0702030302020204" pitchFamily="66" charset="0"/>
              </a:rPr>
              <a:t> </a:t>
            </a:r>
            <a:r>
              <a:rPr lang="en-US" altLang="ru-RU" dirty="0" err="1">
                <a:latin typeface="Comic Sans MS" panose="030F0702030302020204" pitchFamily="66" charset="0"/>
              </a:rPr>
              <a:t>o’zgarmaydi</a:t>
            </a:r>
            <a:endParaRPr lang="en-US" altLang="ru-RU" dirty="0">
              <a:latin typeface="Comic Sans MS" panose="030F0702030302020204" pitchFamily="66" charset="0"/>
            </a:endParaRPr>
          </a:p>
        </p:txBody>
      </p:sp>
      <p:sp>
        <p:nvSpPr>
          <p:cNvPr id="106501" name="Freeform 5">
            <a:extLst>
              <a:ext uri="{FF2B5EF4-FFF2-40B4-BE49-F238E27FC236}">
                <a16:creationId xmlns:a16="http://schemas.microsoft.com/office/drawing/2014/main" id="{17A21A2E-4D1C-2110-1145-85B7CBC58C39}"/>
              </a:ext>
            </a:extLst>
          </p:cNvPr>
          <p:cNvSpPr>
            <a:spLocks/>
          </p:cNvSpPr>
          <p:nvPr/>
        </p:nvSpPr>
        <p:spPr bwMode="gray">
          <a:xfrm>
            <a:off x="4746625" y="3255963"/>
            <a:ext cx="903288" cy="1241425"/>
          </a:xfrm>
          <a:custGeom>
            <a:avLst/>
            <a:gdLst>
              <a:gd name="T0" fmla="*/ 580 w 580"/>
              <a:gd name="T1" fmla="*/ 0 h 798"/>
              <a:gd name="T2" fmla="*/ 578 w 580"/>
              <a:gd name="T3" fmla="*/ 90 h 798"/>
              <a:gd name="T4" fmla="*/ 568 w 580"/>
              <a:gd name="T5" fmla="*/ 174 h 798"/>
              <a:gd name="T6" fmla="*/ 552 w 580"/>
              <a:gd name="T7" fmla="*/ 252 h 798"/>
              <a:gd name="T8" fmla="*/ 526 w 580"/>
              <a:gd name="T9" fmla="*/ 324 h 798"/>
              <a:gd name="T10" fmla="*/ 494 w 580"/>
              <a:gd name="T11" fmla="*/ 390 h 798"/>
              <a:gd name="T12" fmla="*/ 452 w 580"/>
              <a:gd name="T13" fmla="*/ 450 h 798"/>
              <a:gd name="T14" fmla="*/ 402 w 580"/>
              <a:gd name="T15" fmla="*/ 508 h 798"/>
              <a:gd name="T16" fmla="*/ 342 w 580"/>
              <a:gd name="T17" fmla="*/ 560 h 798"/>
              <a:gd name="T18" fmla="*/ 270 w 580"/>
              <a:gd name="T19" fmla="*/ 610 h 798"/>
              <a:gd name="T20" fmla="*/ 188 w 580"/>
              <a:gd name="T21" fmla="*/ 656 h 798"/>
              <a:gd name="T22" fmla="*/ 188 w 580"/>
              <a:gd name="T23" fmla="*/ 798 h 798"/>
              <a:gd name="T24" fmla="*/ 0 w 580"/>
              <a:gd name="T25" fmla="*/ 514 h 798"/>
              <a:gd name="T26" fmla="*/ 188 w 580"/>
              <a:gd name="T27" fmla="*/ 230 h 798"/>
              <a:gd name="T28" fmla="*/ 188 w 580"/>
              <a:gd name="T29" fmla="*/ 372 h 798"/>
              <a:gd name="T30" fmla="*/ 224 w 580"/>
              <a:gd name="T31" fmla="*/ 368 h 798"/>
              <a:gd name="T32" fmla="*/ 264 w 580"/>
              <a:gd name="T33" fmla="*/ 356 h 798"/>
              <a:gd name="T34" fmla="*/ 306 w 580"/>
              <a:gd name="T35" fmla="*/ 336 h 798"/>
              <a:gd name="T36" fmla="*/ 348 w 580"/>
              <a:gd name="T37" fmla="*/ 310 h 798"/>
              <a:gd name="T38" fmla="*/ 392 w 580"/>
              <a:gd name="T39" fmla="*/ 280 h 798"/>
              <a:gd name="T40" fmla="*/ 432 w 580"/>
              <a:gd name="T41" fmla="*/ 246 h 798"/>
              <a:gd name="T42" fmla="*/ 472 w 580"/>
              <a:gd name="T43" fmla="*/ 208 h 798"/>
              <a:gd name="T44" fmla="*/ 506 w 580"/>
              <a:gd name="T45" fmla="*/ 166 h 798"/>
              <a:gd name="T46" fmla="*/ 536 w 580"/>
              <a:gd name="T47" fmla="*/ 124 h 798"/>
              <a:gd name="T48" fmla="*/ 558 w 580"/>
              <a:gd name="T49" fmla="*/ 82 h 798"/>
              <a:gd name="T50" fmla="*/ 574 w 580"/>
              <a:gd name="T51" fmla="*/ 40 h 798"/>
              <a:gd name="T52" fmla="*/ 578 w 580"/>
              <a:gd name="T53" fmla="*/ 0 h 798"/>
              <a:gd name="T54" fmla="*/ 580 w 580"/>
              <a:gd name="T55" fmla="*/ 0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63529"/>
                  <a:invGamma/>
                </a:scheme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algn="ctr" eaLnBrk="1" hangingPunct="1">
              <a:defRPr/>
            </a:pPr>
            <a:endParaRPr lang="ru-RU">
              <a:latin typeface="Arial" charset="0"/>
            </a:endParaRPr>
          </a:p>
        </p:txBody>
      </p:sp>
      <p:sp>
        <p:nvSpPr>
          <p:cNvPr id="7174" name="AutoShape 6">
            <a:extLst>
              <a:ext uri="{FF2B5EF4-FFF2-40B4-BE49-F238E27FC236}">
                <a16:creationId xmlns:a16="http://schemas.microsoft.com/office/drawing/2014/main" id="{3FFBFFAC-0044-8D85-B7BC-BE7119C7AF27}"/>
              </a:ext>
            </a:extLst>
          </p:cNvPr>
          <p:cNvSpPr>
            <a:spLocks noChangeAspect="1" noChangeArrowheads="1" noTextEdit="1"/>
          </p:cNvSpPr>
          <p:nvPr/>
        </p:nvSpPr>
        <p:spPr bwMode="gray">
          <a:xfrm flipH="1">
            <a:off x="6392863" y="3252788"/>
            <a:ext cx="909637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6503" name="Freeform 7">
            <a:extLst>
              <a:ext uri="{FF2B5EF4-FFF2-40B4-BE49-F238E27FC236}">
                <a16:creationId xmlns:a16="http://schemas.microsoft.com/office/drawing/2014/main" id="{067016F8-F258-FD60-9627-5168872F8105}"/>
              </a:ext>
            </a:extLst>
          </p:cNvPr>
          <p:cNvSpPr>
            <a:spLocks/>
          </p:cNvSpPr>
          <p:nvPr/>
        </p:nvSpPr>
        <p:spPr bwMode="gray">
          <a:xfrm flipH="1">
            <a:off x="6399213" y="3255963"/>
            <a:ext cx="903287" cy="1241425"/>
          </a:xfrm>
          <a:custGeom>
            <a:avLst/>
            <a:gdLst>
              <a:gd name="T0" fmla="*/ 580 w 580"/>
              <a:gd name="T1" fmla="*/ 0 h 798"/>
              <a:gd name="T2" fmla="*/ 578 w 580"/>
              <a:gd name="T3" fmla="*/ 90 h 798"/>
              <a:gd name="T4" fmla="*/ 568 w 580"/>
              <a:gd name="T5" fmla="*/ 174 h 798"/>
              <a:gd name="T6" fmla="*/ 552 w 580"/>
              <a:gd name="T7" fmla="*/ 252 h 798"/>
              <a:gd name="T8" fmla="*/ 526 w 580"/>
              <a:gd name="T9" fmla="*/ 324 h 798"/>
              <a:gd name="T10" fmla="*/ 494 w 580"/>
              <a:gd name="T11" fmla="*/ 390 h 798"/>
              <a:gd name="T12" fmla="*/ 452 w 580"/>
              <a:gd name="T13" fmla="*/ 450 h 798"/>
              <a:gd name="T14" fmla="*/ 402 w 580"/>
              <a:gd name="T15" fmla="*/ 508 h 798"/>
              <a:gd name="T16" fmla="*/ 342 w 580"/>
              <a:gd name="T17" fmla="*/ 560 h 798"/>
              <a:gd name="T18" fmla="*/ 270 w 580"/>
              <a:gd name="T19" fmla="*/ 610 h 798"/>
              <a:gd name="T20" fmla="*/ 188 w 580"/>
              <a:gd name="T21" fmla="*/ 656 h 798"/>
              <a:gd name="T22" fmla="*/ 188 w 580"/>
              <a:gd name="T23" fmla="*/ 798 h 798"/>
              <a:gd name="T24" fmla="*/ 0 w 580"/>
              <a:gd name="T25" fmla="*/ 514 h 798"/>
              <a:gd name="T26" fmla="*/ 188 w 580"/>
              <a:gd name="T27" fmla="*/ 230 h 798"/>
              <a:gd name="T28" fmla="*/ 188 w 580"/>
              <a:gd name="T29" fmla="*/ 372 h 798"/>
              <a:gd name="T30" fmla="*/ 224 w 580"/>
              <a:gd name="T31" fmla="*/ 368 h 798"/>
              <a:gd name="T32" fmla="*/ 264 w 580"/>
              <a:gd name="T33" fmla="*/ 356 h 798"/>
              <a:gd name="T34" fmla="*/ 306 w 580"/>
              <a:gd name="T35" fmla="*/ 336 h 798"/>
              <a:gd name="T36" fmla="*/ 348 w 580"/>
              <a:gd name="T37" fmla="*/ 310 h 798"/>
              <a:gd name="T38" fmla="*/ 392 w 580"/>
              <a:gd name="T39" fmla="*/ 280 h 798"/>
              <a:gd name="T40" fmla="*/ 432 w 580"/>
              <a:gd name="T41" fmla="*/ 246 h 798"/>
              <a:gd name="T42" fmla="*/ 472 w 580"/>
              <a:gd name="T43" fmla="*/ 208 h 798"/>
              <a:gd name="T44" fmla="*/ 506 w 580"/>
              <a:gd name="T45" fmla="*/ 166 h 798"/>
              <a:gd name="T46" fmla="*/ 536 w 580"/>
              <a:gd name="T47" fmla="*/ 124 h 798"/>
              <a:gd name="T48" fmla="*/ 558 w 580"/>
              <a:gd name="T49" fmla="*/ 82 h 798"/>
              <a:gd name="T50" fmla="*/ 574 w 580"/>
              <a:gd name="T51" fmla="*/ 40 h 798"/>
              <a:gd name="T52" fmla="*/ 578 w 580"/>
              <a:gd name="T53" fmla="*/ 0 h 798"/>
              <a:gd name="T54" fmla="*/ 580 w 580"/>
              <a:gd name="T55" fmla="*/ 0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31765"/>
                  <a:invGamma/>
                </a:scheme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algn="ctr" eaLnBrk="1" hangingPunct="1">
              <a:defRPr/>
            </a:pPr>
            <a:endParaRPr lang="ru-RU">
              <a:latin typeface="Arial" charset="0"/>
            </a:endParaRPr>
          </a:p>
        </p:txBody>
      </p:sp>
      <p:grpSp>
        <p:nvGrpSpPr>
          <p:cNvPr id="7176" name="Group 8">
            <a:extLst>
              <a:ext uri="{FF2B5EF4-FFF2-40B4-BE49-F238E27FC236}">
                <a16:creationId xmlns:a16="http://schemas.microsoft.com/office/drawing/2014/main" id="{93137DD4-3A03-52E7-AA62-F3D540C85DF3}"/>
              </a:ext>
            </a:extLst>
          </p:cNvPr>
          <p:cNvGrpSpPr>
            <a:grpSpLocks/>
          </p:cNvGrpSpPr>
          <p:nvPr/>
        </p:nvGrpSpPr>
        <p:grpSpPr bwMode="auto">
          <a:xfrm>
            <a:off x="4007768" y="1196752"/>
            <a:ext cx="4104357" cy="2020901"/>
            <a:chOff x="1997" y="1314"/>
            <a:chExt cx="1889" cy="1009"/>
          </a:xfrm>
        </p:grpSpPr>
        <p:grpSp>
          <p:nvGrpSpPr>
            <p:cNvPr id="7179" name="Group 9">
              <a:extLst>
                <a:ext uri="{FF2B5EF4-FFF2-40B4-BE49-F238E27FC236}">
                  <a16:creationId xmlns:a16="http://schemas.microsoft.com/office/drawing/2014/main" id="{1FA365E5-1B71-5101-F886-93E899270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106506" name="Oval 10">
                <a:extLst>
                  <a:ext uri="{FF2B5EF4-FFF2-40B4-BE49-F238E27FC236}">
                    <a16:creationId xmlns:a16="http://schemas.microsoft.com/office/drawing/2014/main" id="{AAAF3F88-77DE-4348-96DE-D1AA7803500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  <p:sp>
            <p:nvSpPr>
              <p:cNvPr id="106507" name="Oval 11">
                <a:extLst>
                  <a:ext uri="{FF2B5EF4-FFF2-40B4-BE49-F238E27FC236}">
                    <a16:creationId xmlns:a16="http://schemas.microsoft.com/office/drawing/2014/main" id="{D4FED033-9E33-65B2-66AC-E72EC9810AE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106508" name="Oval 12">
              <a:extLst>
                <a:ext uri="{FF2B5EF4-FFF2-40B4-BE49-F238E27FC236}">
                  <a16:creationId xmlns:a16="http://schemas.microsoft.com/office/drawing/2014/main" id="{4DA6B150-8E14-9D4E-15AD-B01B7B0E6A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vert="eaVert"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  <p:sp>
          <p:nvSpPr>
            <p:cNvPr id="106509" name="Oval 13">
              <a:extLst>
                <a:ext uri="{FF2B5EF4-FFF2-40B4-BE49-F238E27FC236}">
                  <a16:creationId xmlns:a16="http://schemas.microsoft.com/office/drawing/2014/main" id="{62F8E514-AD70-45A6-56F1-815DC72289D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vert="eaVert"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  <p:sp>
          <p:nvSpPr>
            <p:cNvPr id="106510" name="Oval 14">
              <a:extLst>
                <a:ext uri="{FF2B5EF4-FFF2-40B4-BE49-F238E27FC236}">
                  <a16:creationId xmlns:a16="http://schemas.microsoft.com/office/drawing/2014/main" id="{5F6BF083-DD3D-96F5-770D-71797AAED6B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vert="eaVert"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  <p:sp>
          <p:nvSpPr>
            <p:cNvPr id="106511" name="Oval 15">
              <a:extLst>
                <a:ext uri="{FF2B5EF4-FFF2-40B4-BE49-F238E27FC236}">
                  <a16:creationId xmlns:a16="http://schemas.microsoft.com/office/drawing/2014/main" id="{E157D400-E716-3466-A238-BF234C93F9B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vert="eaVert" wrap="none" anchor="ctr"/>
            <a:lstStyle/>
            <a:p>
              <a:pPr algn="ctr" eaLnBrk="1" hangingPunct="1">
                <a:defRPr/>
              </a:pPr>
              <a:endParaRPr lang="ru-RU">
                <a:latin typeface="Arial" charset="0"/>
              </a:endParaRPr>
            </a:p>
          </p:txBody>
        </p:sp>
      </p:grpSp>
      <p:sp>
        <p:nvSpPr>
          <p:cNvPr id="7177" name="Text Box 16">
            <a:extLst>
              <a:ext uri="{FF2B5EF4-FFF2-40B4-BE49-F238E27FC236}">
                <a16:creationId xmlns:a16="http://schemas.microsoft.com/office/drawing/2014/main" id="{A2ABAEA9-9E49-3CD1-1DB2-96CD43CC5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995" y="1196752"/>
            <a:ext cx="208915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4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Massiv</a:t>
            </a:r>
            <a:r>
              <a:rPr lang="en-US" altLang="ru-RU" sz="4000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ru-RU" sz="4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turlari</a:t>
            </a:r>
            <a:endParaRPr lang="en-US" altLang="ru-RU" sz="4000" b="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178" name="Text Box 17">
            <a:extLst>
              <a:ext uri="{FF2B5EF4-FFF2-40B4-BE49-F238E27FC236}">
                <a16:creationId xmlns:a16="http://schemas.microsoft.com/office/drawing/2014/main" id="{A144DAC5-7C90-741E-7813-54EEEE4CD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540" y="3473434"/>
            <a:ext cx="430628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36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Dinamik</a:t>
            </a:r>
            <a:endParaRPr lang="ru-RU" altLang="ru-RU" sz="36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ru-RU" altLang="ru-RU" sz="3600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ru-RU" sz="3600" dirty="0" err="1">
                <a:latin typeface="Comic Sans MS" panose="030F0702030302020204" pitchFamily="66" charset="0"/>
              </a:rPr>
              <a:t>Ishlash</a:t>
            </a:r>
            <a:r>
              <a:rPr lang="en-US" altLang="ru-RU" sz="3600" dirty="0">
                <a:latin typeface="Comic Sans MS" panose="030F0702030302020204" pitchFamily="66" charset="0"/>
              </a:rPr>
              <a:t> </a:t>
            </a:r>
            <a:r>
              <a:rPr lang="en-US" altLang="ru-RU" sz="3600" dirty="0" err="1">
                <a:latin typeface="Comic Sans MS" panose="030F0702030302020204" pitchFamily="66" charset="0"/>
              </a:rPr>
              <a:t>jarayonida</a:t>
            </a:r>
            <a:r>
              <a:rPr lang="en-US" altLang="ru-RU" sz="3600" dirty="0">
                <a:latin typeface="Comic Sans MS" panose="030F0702030302020204" pitchFamily="66" charset="0"/>
              </a:rPr>
              <a:t> </a:t>
            </a:r>
            <a:r>
              <a:rPr lang="en-US" altLang="ru-RU" sz="3600" dirty="0" err="1">
                <a:latin typeface="Comic Sans MS" panose="030F0702030302020204" pitchFamily="66" charset="0"/>
              </a:rPr>
              <a:t>elementlar</a:t>
            </a:r>
            <a:r>
              <a:rPr lang="en-US" altLang="ru-RU" sz="3600" dirty="0">
                <a:latin typeface="Comic Sans MS" panose="030F0702030302020204" pitchFamily="66" charset="0"/>
              </a:rPr>
              <a:t> </a:t>
            </a:r>
            <a:r>
              <a:rPr lang="en-US" altLang="ru-RU" sz="3600" dirty="0" err="1">
                <a:latin typeface="Comic Sans MS" panose="030F0702030302020204" pitchFamily="66" charset="0"/>
              </a:rPr>
              <a:t>soni</a:t>
            </a:r>
            <a:r>
              <a:rPr lang="en-US" altLang="ru-RU" sz="3600" dirty="0">
                <a:latin typeface="Comic Sans MS" panose="030F0702030302020204" pitchFamily="66" charset="0"/>
              </a:rPr>
              <a:t> </a:t>
            </a:r>
            <a:r>
              <a:rPr lang="en-US" altLang="ru-RU" sz="3600" dirty="0" err="1">
                <a:latin typeface="Comic Sans MS" panose="030F0702030302020204" pitchFamily="66" charset="0"/>
              </a:rPr>
              <a:t>o’zgaradi</a:t>
            </a:r>
            <a:endParaRPr lang="en-US" altLang="ru-RU" sz="36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3">
            <a:extLst>
              <a:ext uri="{FF2B5EF4-FFF2-40B4-BE49-F238E27FC236}">
                <a16:creationId xmlns:a16="http://schemas.microsoft.com/office/drawing/2014/main" id="{E321D6B0-927F-76EE-814C-F71C3E5B1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E1591D2-B3F5-C63B-FAA5-52E4D7ADF76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631950" y="6165850"/>
            <a:ext cx="9432602" cy="6254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ru-RU" b="1" i="1" dirty="0">
                <a:latin typeface="Comic Sans MS" panose="030F0702030302020204" pitchFamily="66" charset="0"/>
              </a:rPr>
              <a:t>Controls / Modern /Array, Matrix &amp; Cluster/Array</a:t>
            </a:r>
            <a:endParaRPr lang="ru-RU" altLang="ru-RU" b="1" i="1" dirty="0">
              <a:latin typeface="Comic Sans MS" panose="030F0702030302020204" pitchFamily="66" charset="0"/>
            </a:endParaRPr>
          </a:p>
        </p:txBody>
      </p:sp>
      <p:pic>
        <p:nvPicPr>
          <p:cNvPr id="8" name="Объект 7" descr="Направленный вправо указательный палец, тыльная сторона руки со сплошной заливкой">
            <a:extLst>
              <a:ext uri="{FF2B5EF4-FFF2-40B4-BE49-F238E27FC236}">
                <a16:creationId xmlns:a16="http://schemas.microsoft.com/office/drawing/2014/main" id="{BA850D74-0F13-85B0-D43C-E9A470635A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9875" y="6043613"/>
            <a:ext cx="650875" cy="650875"/>
          </a:xfr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2C9B91-31D6-9CEA-E4E6-4B57D6502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16013"/>
            <a:ext cx="8566150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Рисунок 9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F018D714-B1C3-295F-2B13-04F0299B4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87" y="1400266"/>
            <a:ext cx="909175" cy="704850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2A34700-411A-A750-99A4-F8DD86971BD6}"/>
              </a:ext>
            </a:extLst>
          </p:cNvPr>
          <p:cNvGrpSpPr>
            <a:grpSpLocks/>
          </p:cNvGrpSpPr>
          <p:nvPr/>
        </p:nvGrpSpPr>
        <p:grpSpPr bwMode="auto">
          <a:xfrm>
            <a:off x="52682" y="1246188"/>
            <a:ext cx="977900" cy="844550"/>
            <a:chOff x="1487488" y="1844824"/>
            <a:chExt cx="978024" cy="844401"/>
          </a:xfrm>
        </p:grpSpPr>
        <p:grpSp>
          <p:nvGrpSpPr>
            <p:cNvPr id="8200" name="Group 3">
              <a:extLst>
                <a:ext uri="{FF2B5EF4-FFF2-40B4-BE49-F238E27FC236}">
                  <a16:creationId xmlns:a16="http://schemas.microsoft.com/office/drawing/2014/main" id="{F2243EF4-34AF-09F4-4F25-DB67BF035C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488" y="1844824"/>
              <a:ext cx="978024" cy="844401"/>
              <a:chOff x="1110" y="2656"/>
              <a:chExt cx="1549" cy="1351"/>
            </a:xfrm>
          </p:grpSpPr>
          <p:sp>
            <p:nvSpPr>
              <p:cNvPr id="8202" name="AutoShape 4">
                <a:extLst>
                  <a:ext uri="{FF2B5EF4-FFF2-40B4-BE49-F238E27FC236}">
                    <a16:creationId xmlns:a16="http://schemas.microsoft.com/office/drawing/2014/main" id="{62CC1913-2AA2-AE3B-428B-CFEDD131D9A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8203" name="AutoShape 5">
                <a:extLst>
                  <a:ext uri="{FF2B5EF4-FFF2-40B4-BE49-F238E27FC236}">
                    <a16:creationId xmlns:a16="http://schemas.microsoft.com/office/drawing/2014/main" id="{638B667E-1899-E921-A923-40956CB602C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16" name="AutoShape 6">
                <a:extLst>
                  <a:ext uri="{FF2B5EF4-FFF2-40B4-BE49-F238E27FC236}">
                    <a16:creationId xmlns:a16="http://schemas.microsoft.com/office/drawing/2014/main" id="{D82E0FE2-2ABB-EA51-C803-43AB4A41CF5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1" y="2737"/>
                <a:ext cx="1348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8201" name="Text Box 13">
              <a:extLst>
                <a:ext uri="{FF2B5EF4-FFF2-40B4-BE49-F238E27FC236}">
                  <a16:creationId xmlns:a16="http://schemas.microsoft.com/office/drawing/2014/main" id="{45D72D07-E4B9-C330-4C92-1103643286F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1591" y="1952158"/>
              <a:ext cx="70152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3600">
                  <a:solidFill>
                    <a:schemeClr val="bg1"/>
                  </a:solidFill>
                  <a:latin typeface="Comic Sans MS" panose="030F0702030302020204" pitchFamily="66" charset="0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>
            <a:extLst>
              <a:ext uri="{FF2B5EF4-FFF2-40B4-BE49-F238E27FC236}">
                <a16:creationId xmlns:a16="http://schemas.microsoft.com/office/drawing/2014/main" id="{FF58C73E-D290-E337-7DFA-E798CCE5E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1AA0301-9FA6-5E23-E298-D129F595A3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40238" y="1298575"/>
            <a:ext cx="2816225" cy="1203325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FB90CA-FEEB-6166-3DFA-5346BD259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975" y="1162050"/>
            <a:ext cx="2005013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E25C72-FB16-9F25-7EB0-B733218BE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2719388"/>
            <a:ext cx="680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400" i="1">
                <a:latin typeface="Comic Sans MS" panose="030F0702030302020204" pitchFamily="66" charset="0"/>
              </a:rPr>
              <a:t>Controls/Modern/Numeric/Numeric control  </a:t>
            </a:r>
            <a:endParaRPr lang="ru-RU" altLang="ru-RU" sz="2400" i="1">
              <a:latin typeface="Comic Sans MS" panose="030F0702030302020204" pitchFamily="66" charset="0"/>
            </a:endParaRPr>
          </a:p>
        </p:txBody>
      </p:sp>
      <p:pic>
        <p:nvPicPr>
          <p:cNvPr id="13" name="Рисунок 12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5DC30D08-317C-D13A-00E8-80DB6EECB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825" y="1497013"/>
            <a:ext cx="1292225" cy="704850"/>
          </a:xfrm>
          <a:prstGeom prst="rect">
            <a:avLst/>
          </a:prstGeom>
        </p:spPr>
      </p:pic>
      <p:pic>
        <p:nvPicPr>
          <p:cNvPr id="14" name="Рисунок 13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6700946A-4FFB-D65B-3844-8E0690812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0825" y="2566988"/>
            <a:ext cx="1184275" cy="7048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C8CBF1D-FC7C-F0A8-8311-AC970AE43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25" y="3117850"/>
            <a:ext cx="1677988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Рисунок 19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7B36152C-64C9-2F1F-905F-2EF6BFF981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825" y="3494088"/>
            <a:ext cx="1214438" cy="70326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3D17C54-0213-D754-80CB-28A5563B1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3494088"/>
            <a:ext cx="170497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02645E-BE5B-B6BD-355A-FEA8F1B4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988" y="3298825"/>
            <a:ext cx="58689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ru-RU" sz="2400" i="1" dirty="0" err="1">
                <a:latin typeface="Comic Sans MS" panose="030F0702030302020204" pitchFamily="66" charset="0"/>
              </a:rPr>
              <a:t>Ko’k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rangli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markerni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gorizontal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o’ng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tomonga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surib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istalgan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elementli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bir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o’lchamli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massiv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hosil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qilinadi</a:t>
            </a:r>
            <a:endParaRPr lang="ru-RU" altLang="ru-RU" sz="2400" i="1" dirty="0">
              <a:latin typeface="Comic Sans MS" panose="030F0702030302020204" pitchFamily="66" charset="0"/>
            </a:endParaRPr>
          </a:p>
        </p:txBody>
      </p:sp>
      <p:pic>
        <p:nvPicPr>
          <p:cNvPr id="25" name="Рисунок 24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B6C25134-7F05-060E-F347-80C4BAD458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7488" y="4514850"/>
            <a:ext cx="1141412" cy="704850"/>
          </a:xfrm>
          <a:prstGeom prst="rect">
            <a:avLst/>
          </a:prstGeom>
        </p:spPr>
      </p:pic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6135F048-3AB3-A482-374D-D70A89860FB7}"/>
              </a:ext>
            </a:extLst>
          </p:cNvPr>
          <p:cNvCxnSpPr>
            <a:cxnSpLocks/>
          </p:cNvCxnSpPr>
          <p:nvPr/>
        </p:nvCxnSpPr>
        <p:spPr bwMode="auto">
          <a:xfrm>
            <a:off x="3475038" y="4106863"/>
            <a:ext cx="146050" cy="50165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D4465E-4F16-BCD6-AFE8-BF318949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0" y="4648200"/>
            <a:ext cx="421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800" i="1">
                <a:latin typeface="Comic Sans MS" panose="030F0702030302020204" pitchFamily="66" charset="0"/>
              </a:rPr>
              <a:t>SO’T/ ADD Deminsion</a:t>
            </a:r>
            <a:endParaRPr lang="ru-RU" altLang="ru-RU" sz="2800" i="1">
              <a:latin typeface="Comic Sans MS" panose="030F0702030302020204" pitchFamily="66" charset="0"/>
            </a:endParaRPr>
          </a:p>
        </p:txBody>
      </p:sp>
      <p:pic>
        <p:nvPicPr>
          <p:cNvPr id="30" name="Рисунок 29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E3133E5F-3857-8CD9-2DA0-FB89E7C8EC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2375" y="4645025"/>
            <a:ext cx="1570038" cy="7048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B3A30F7-F8D9-F785-9A78-FBE0901C3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350" y="4508500"/>
            <a:ext cx="1846263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Рисунок 33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4841BF7A-DC28-7A4E-9BFE-DFCD730F0D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1925" y="5508625"/>
            <a:ext cx="1143000" cy="70485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4EF21F7-5B75-5B5C-E638-A3AB493E0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5530850"/>
            <a:ext cx="1725612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BAA49F0-3AD1-152C-78A1-2124CD470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75" y="5300663"/>
            <a:ext cx="4221163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ru-RU" sz="2400" i="1" dirty="0" err="1">
                <a:latin typeface="Comic Sans MS" panose="030F0702030302020204" pitchFamily="66" charset="0"/>
              </a:rPr>
              <a:t>Ko’k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rangli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markerni</a:t>
            </a:r>
            <a:r>
              <a:rPr lang="en-US" altLang="ru-RU" sz="2400" i="1" dirty="0">
                <a:latin typeface="Comic Sans MS" panose="030F0702030302020204" pitchFamily="66" charset="0"/>
              </a:rPr>
              <a:t> vertical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tarzda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pastga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istalgan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elementli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ikki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o’lchamli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massiv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hosil</a:t>
            </a:r>
            <a:r>
              <a:rPr lang="en-US" altLang="ru-RU" sz="2400" i="1" dirty="0">
                <a:latin typeface="Comic Sans MS" panose="030F0702030302020204" pitchFamily="66" charset="0"/>
              </a:rPr>
              <a:t> </a:t>
            </a:r>
            <a:r>
              <a:rPr lang="en-US" altLang="ru-RU" sz="2400" i="1" dirty="0" err="1">
                <a:latin typeface="Comic Sans MS" panose="030F0702030302020204" pitchFamily="66" charset="0"/>
              </a:rPr>
              <a:t>qilinadi</a:t>
            </a:r>
            <a:endParaRPr lang="ru-RU" altLang="ru-RU" sz="2400" i="1" dirty="0">
              <a:latin typeface="Comic Sans MS" panose="030F0702030302020204" pitchFamily="66" charset="0"/>
            </a:endParaRPr>
          </a:p>
        </p:txBody>
      </p:sp>
      <p:pic>
        <p:nvPicPr>
          <p:cNvPr id="37" name="Рисунок 36" descr="Стрелка: небольшой изгиб со сплошной заливкой">
            <a:extLst>
              <a:ext uri="{FF2B5EF4-FFF2-40B4-BE49-F238E27FC236}">
                <a16:creationId xmlns:a16="http://schemas.microsoft.com/office/drawing/2014/main" id="{F8A0E74A-9DC7-15E5-0136-5D5ED03AAE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72538" y="5765800"/>
            <a:ext cx="823912" cy="70485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2B353F8E-2ED7-60C0-3D09-7F42D1DEC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350" y="5713413"/>
            <a:ext cx="1949450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A899B43D-AFC6-64DD-D7A9-6188309E9643}"/>
              </a:ext>
            </a:extLst>
          </p:cNvPr>
          <p:cNvGrpSpPr>
            <a:grpSpLocks/>
          </p:cNvGrpSpPr>
          <p:nvPr/>
        </p:nvGrpSpPr>
        <p:grpSpPr bwMode="auto">
          <a:xfrm>
            <a:off x="306388" y="1531938"/>
            <a:ext cx="782637" cy="703262"/>
            <a:chOff x="1487488" y="1844824"/>
            <a:chExt cx="978024" cy="844401"/>
          </a:xfrm>
        </p:grpSpPr>
        <p:grpSp>
          <p:nvGrpSpPr>
            <p:cNvPr id="9263" name="Group 3">
              <a:extLst>
                <a:ext uri="{FF2B5EF4-FFF2-40B4-BE49-F238E27FC236}">
                  <a16:creationId xmlns:a16="http://schemas.microsoft.com/office/drawing/2014/main" id="{8DD6779E-1125-D006-5BD1-CD3CDDA435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488" y="1844824"/>
              <a:ext cx="978024" cy="844401"/>
              <a:chOff x="1110" y="2656"/>
              <a:chExt cx="1549" cy="1351"/>
            </a:xfrm>
          </p:grpSpPr>
          <p:sp>
            <p:nvSpPr>
              <p:cNvPr id="9265" name="AutoShape 4">
                <a:extLst>
                  <a:ext uri="{FF2B5EF4-FFF2-40B4-BE49-F238E27FC236}">
                    <a16:creationId xmlns:a16="http://schemas.microsoft.com/office/drawing/2014/main" id="{5E50EAF7-B501-CE11-5898-A2B543E631E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9266" name="AutoShape 5">
                <a:extLst>
                  <a:ext uri="{FF2B5EF4-FFF2-40B4-BE49-F238E27FC236}">
                    <a16:creationId xmlns:a16="http://schemas.microsoft.com/office/drawing/2014/main" id="{75873512-C150-565E-41DE-F54EB0608F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47" name="AutoShape 6">
                <a:extLst>
                  <a:ext uri="{FF2B5EF4-FFF2-40B4-BE49-F238E27FC236}">
                    <a16:creationId xmlns:a16="http://schemas.microsoft.com/office/drawing/2014/main" id="{B05D9385-79AF-27F4-6716-FC1C7465235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5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9264" name="Text Box 13">
              <a:extLst>
                <a:ext uri="{FF2B5EF4-FFF2-40B4-BE49-F238E27FC236}">
                  <a16:creationId xmlns:a16="http://schemas.microsoft.com/office/drawing/2014/main" id="{B8827178-1916-7704-C6D5-1999A70DA65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1591" y="1875342"/>
              <a:ext cx="701521" cy="77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3600">
                  <a:solidFill>
                    <a:schemeClr val="bg1"/>
                  </a:solidFill>
                  <a:latin typeface="Comic Sans MS" panose="030F0702030302020204" pitchFamily="66" charset="0"/>
                </a:rPr>
                <a:t>2</a:t>
              </a: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270D35A7-F1F3-91ED-D907-F0E9FA9D16BC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2492375"/>
            <a:ext cx="782637" cy="704850"/>
            <a:chOff x="1487488" y="1844824"/>
            <a:chExt cx="978024" cy="844401"/>
          </a:xfrm>
        </p:grpSpPr>
        <p:grpSp>
          <p:nvGrpSpPr>
            <p:cNvPr id="9258" name="Group 3">
              <a:extLst>
                <a:ext uri="{FF2B5EF4-FFF2-40B4-BE49-F238E27FC236}">
                  <a16:creationId xmlns:a16="http://schemas.microsoft.com/office/drawing/2014/main" id="{C0E57EED-6931-0A1E-09E5-46B323BAD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488" y="1844824"/>
              <a:ext cx="978024" cy="844401"/>
              <a:chOff x="1110" y="2656"/>
              <a:chExt cx="1549" cy="1351"/>
            </a:xfrm>
          </p:grpSpPr>
          <p:sp>
            <p:nvSpPr>
              <p:cNvPr id="9260" name="AutoShape 4">
                <a:extLst>
                  <a:ext uri="{FF2B5EF4-FFF2-40B4-BE49-F238E27FC236}">
                    <a16:creationId xmlns:a16="http://schemas.microsoft.com/office/drawing/2014/main" id="{1216198E-4546-91D1-6AAE-3EFFF64EB42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9261" name="AutoShape 5">
                <a:extLst>
                  <a:ext uri="{FF2B5EF4-FFF2-40B4-BE49-F238E27FC236}">
                    <a16:creationId xmlns:a16="http://schemas.microsoft.com/office/drawing/2014/main" id="{DFBF61C0-B144-3597-4256-D21052F63F9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3" name="AutoShape 6">
                <a:extLst>
                  <a:ext uri="{FF2B5EF4-FFF2-40B4-BE49-F238E27FC236}">
                    <a16:creationId xmlns:a16="http://schemas.microsoft.com/office/drawing/2014/main" id="{135BB717-FCCF-498F-2C12-72EC28A6BCA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5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9259" name="Text Box 13">
              <a:extLst>
                <a:ext uri="{FF2B5EF4-FFF2-40B4-BE49-F238E27FC236}">
                  <a16:creationId xmlns:a16="http://schemas.microsoft.com/office/drawing/2014/main" id="{9ECA49CE-39C9-E9AD-8E0F-5E71F3DD609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1591" y="1875342"/>
              <a:ext cx="701521" cy="77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3600">
                  <a:solidFill>
                    <a:schemeClr val="bg1"/>
                  </a:solidFill>
                  <a:latin typeface="Comic Sans MS" panose="030F0702030302020204" pitchFamily="66" charset="0"/>
                </a:rPr>
                <a:t>3</a:t>
              </a:r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5E00FA7E-70E0-ABFC-01FD-3FB037DD55CA}"/>
              </a:ext>
            </a:extLst>
          </p:cNvPr>
          <p:cNvGrpSpPr>
            <a:grpSpLocks/>
          </p:cNvGrpSpPr>
          <p:nvPr/>
        </p:nvGrpSpPr>
        <p:grpSpPr bwMode="auto">
          <a:xfrm>
            <a:off x="293688" y="3397250"/>
            <a:ext cx="784225" cy="704850"/>
            <a:chOff x="1487488" y="1844824"/>
            <a:chExt cx="978024" cy="844401"/>
          </a:xfrm>
        </p:grpSpPr>
        <p:grpSp>
          <p:nvGrpSpPr>
            <p:cNvPr id="9253" name="Group 3">
              <a:extLst>
                <a:ext uri="{FF2B5EF4-FFF2-40B4-BE49-F238E27FC236}">
                  <a16:creationId xmlns:a16="http://schemas.microsoft.com/office/drawing/2014/main" id="{E2A3C9F1-1812-1F0A-09F3-2478CCFC1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488" y="1844824"/>
              <a:ext cx="978024" cy="844401"/>
              <a:chOff x="1110" y="2656"/>
              <a:chExt cx="1549" cy="1351"/>
            </a:xfrm>
          </p:grpSpPr>
          <p:sp>
            <p:nvSpPr>
              <p:cNvPr id="9255" name="AutoShape 4">
                <a:extLst>
                  <a:ext uri="{FF2B5EF4-FFF2-40B4-BE49-F238E27FC236}">
                    <a16:creationId xmlns:a16="http://schemas.microsoft.com/office/drawing/2014/main" id="{2822F8D7-15C9-F615-6545-112E5CB1806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9256" name="AutoShape 5">
                <a:extLst>
                  <a:ext uri="{FF2B5EF4-FFF2-40B4-BE49-F238E27FC236}">
                    <a16:creationId xmlns:a16="http://schemas.microsoft.com/office/drawing/2014/main" id="{2C903E9B-309E-7394-F639-57EF5042605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59" name="AutoShape 6">
                <a:extLst>
                  <a:ext uri="{FF2B5EF4-FFF2-40B4-BE49-F238E27FC236}">
                    <a16:creationId xmlns:a16="http://schemas.microsoft.com/office/drawing/2014/main" id="{DD297969-AD30-0B4D-812D-1C2ECE76541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5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9254" name="Text Box 13">
              <a:extLst>
                <a:ext uri="{FF2B5EF4-FFF2-40B4-BE49-F238E27FC236}">
                  <a16:creationId xmlns:a16="http://schemas.microsoft.com/office/drawing/2014/main" id="{B0FAEE99-7C34-9550-3374-2B5C226D5DE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1591" y="1875342"/>
              <a:ext cx="701521" cy="77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3600">
                  <a:solidFill>
                    <a:schemeClr val="bg1"/>
                  </a:solidFill>
                  <a:latin typeface="Comic Sans MS" panose="030F0702030302020204" pitchFamily="66" charset="0"/>
                </a:rPr>
                <a:t>4</a:t>
              </a:r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ED6E767B-5257-D8D8-1878-7DA0944EC0E5}"/>
              </a:ext>
            </a:extLst>
          </p:cNvPr>
          <p:cNvGrpSpPr>
            <a:grpSpLocks/>
          </p:cNvGrpSpPr>
          <p:nvPr/>
        </p:nvGrpSpPr>
        <p:grpSpPr bwMode="auto">
          <a:xfrm>
            <a:off x="271463" y="4470400"/>
            <a:ext cx="784225" cy="704850"/>
            <a:chOff x="1487488" y="1844824"/>
            <a:chExt cx="978024" cy="844401"/>
          </a:xfrm>
        </p:grpSpPr>
        <p:grpSp>
          <p:nvGrpSpPr>
            <p:cNvPr id="9248" name="Group 3">
              <a:extLst>
                <a:ext uri="{FF2B5EF4-FFF2-40B4-BE49-F238E27FC236}">
                  <a16:creationId xmlns:a16="http://schemas.microsoft.com/office/drawing/2014/main" id="{3749F889-12F7-EA8A-C87F-6FC6EAFD23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488" y="1844824"/>
              <a:ext cx="978024" cy="844401"/>
              <a:chOff x="1110" y="2656"/>
              <a:chExt cx="1549" cy="1351"/>
            </a:xfrm>
          </p:grpSpPr>
          <p:sp>
            <p:nvSpPr>
              <p:cNvPr id="9250" name="AutoShape 4">
                <a:extLst>
                  <a:ext uri="{FF2B5EF4-FFF2-40B4-BE49-F238E27FC236}">
                    <a16:creationId xmlns:a16="http://schemas.microsoft.com/office/drawing/2014/main" id="{CBBD8196-D997-5399-F67D-FE824B9366C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9251" name="AutoShape 5">
                <a:extLst>
                  <a:ext uri="{FF2B5EF4-FFF2-40B4-BE49-F238E27FC236}">
                    <a16:creationId xmlns:a16="http://schemas.microsoft.com/office/drawing/2014/main" id="{AE20F94F-A4BC-059B-D234-BD5EEF5B860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65" name="AutoShape 6">
                <a:extLst>
                  <a:ext uri="{FF2B5EF4-FFF2-40B4-BE49-F238E27FC236}">
                    <a16:creationId xmlns:a16="http://schemas.microsoft.com/office/drawing/2014/main" id="{DEC1EE4C-1D22-4FAD-0F58-42D7F72B03A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5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9249" name="Text Box 13">
              <a:extLst>
                <a:ext uri="{FF2B5EF4-FFF2-40B4-BE49-F238E27FC236}">
                  <a16:creationId xmlns:a16="http://schemas.microsoft.com/office/drawing/2014/main" id="{413C8093-3342-DEE8-275B-F614ED64988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1591" y="1875342"/>
              <a:ext cx="701521" cy="77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3600">
                  <a:solidFill>
                    <a:schemeClr val="bg1"/>
                  </a:solidFill>
                  <a:latin typeface="Comic Sans MS" panose="030F0702030302020204" pitchFamily="66" charset="0"/>
                </a:rPr>
                <a:t>5</a:t>
              </a:r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B6155D8C-4FDB-6FFB-16BE-57C156E319AB}"/>
              </a:ext>
            </a:extLst>
          </p:cNvPr>
          <p:cNvGrpSpPr>
            <a:grpSpLocks/>
          </p:cNvGrpSpPr>
          <p:nvPr/>
        </p:nvGrpSpPr>
        <p:grpSpPr bwMode="auto">
          <a:xfrm>
            <a:off x="301625" y="5440363"/>
            <a:ext cx="782638" cy="704850"/>
            <a:chOff x="1487488" y="1844824"/>
            <a:chExt cx="978024" cy="844401"/>
          </a:xfrm>
        </p:grpSpPr>
        <p:grpSp>
          <p:nvGrpSpPr>
            <p:cNvPr id="9243" name="Group 3">
              <a:extLst>
                <a:ext uri="{FF2B5EF4-FFF2-40B4-BE49-F238E27FC236}">
                  <a16:creationId xmlns:a16="http://schemas.microsoft.com/office/drawing/2014/main" id="{E2C0E0FE-B2B8-DFB0-F196-7830A2F32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7488" y="1844824"/>
              <a:ext cx="978024" cy="844401"/>
              <a:chOff x="1110" y="2656"/>
              <a:chExt cx="1549" cy="1351"/>
            </a:xfrm>
          </p:grpSpPr>
          <p:sp>
            <p:nvSpPr>
              <p:cNvPr id="9245" name="AutoShape 4">
                <a:extLst>
                  <a:ext uri="{FF2B5EF4-FFF2-40B4-BE49-F238E27FC236}">
                    <a16:creationId xmlns:a16="http://schemas.microsoft.com/office/drawing/2014/main" id="{2FE131FC-F29D-EDB9-79E9-F9B135E6A19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9246" name="AutoShape 5">
                <a:extLst>
                  <a:ext uri="{FF2B5EF4-FFF2-40B4-BE49-F238E27FC236}">
                    <a16:creationId xmlns:a16="http://schemas.microsoft.com/office/drawing/2014/main" id="{84111C53-A8AD-4527-1766-57F3C06A390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ru-RU" altLang="ru-RU" sz="1800"/>
              </a:p>
            </p:txBody>
          </p:sp>
          <p:sp>
            <p:nvSpPr>
              <p:cNvPr id="71" name="AutoShape 6">
                <a:extLst>
                  <a:ext uri="{FF2B5EF4-FFF2-40B4-BE49-F238E27FC236}">
                    <a16:creationId xmlns:a16="http://schemas.microsoft.com/office/drawing/2014/main" id="{2909411C-A455-00BE-273F-5EA69C112A1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1" y="2738"/>
                <a:ext cx="1348" cy="1165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ru-RU">
                  <a:latin typeface="Arial" charset="0"/>
                </a:endParaRPr>
              </a:p>
            </p:txBody>
          </p:sp>
        </p:grpSp>
        <p:sp>
          <p:nvSpPr>
            <p:cNvPr id="9244" name="Text Box 13">
              <a:extLst>
                <a:ext uri="{FF2B5EF4-FFF2-40B4-BE49-F238E27FC236}">
                  <a16:creationId xmlns:a16="http://schemas.microsoft.com/office/drawing/2014/main" id="{2552A542-848D-32B4-353F-302A9B3909A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1591" y="1875342"/>
              <a:ext cx="701521" cy="77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3600">
                  <a:solidFill>
                    <a:schemeClr val="bg1"/>
                  </a:solidFill>
                  <a:latin typeface="Comic Sans MS" panose="030F0702030302020204" pitchFamily="66" charset="0"/>
                </a:rPr>
                <a:t>6</a:t>
              </a:r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CB727B5-01D1-B2E7-1254-6F6FDECFE2B9}"/>
              </a:ext>
            </a:extLst>
          </p:cNvPr>
          <p:cNvSpPr/>
          <p:nvPr/>
        </p:nvSpPr>
        <p:spPr bwMode="auto">
          <a:xfrm>
            <a:off x="9984432" y="5120990"/>
            <a:ext cx="539323" cy="33137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4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7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2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7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6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625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675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72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925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9750"/>
                            </p:stCondLst>
                            <p:childTnLst>
                              <p:par>
                                <p:cTn id="76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250"/>
                            </p:stCondLst>
                            <p:childTnLst>
                              <p:par>
                                <p:cTn id="80" presetID="2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8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3325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3525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575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38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3875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  <p:bldP spid="28" grpId="0"/>
      <p:bldP spid="36" grpId="0"/>
      <p:bldP spid="2" grpId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7F118A9-DC90-CEA7-A0C8-88D2A5BFE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 sz="2400"/>
              <a:t>Massiv bilan ishlash uchun funktsiyalar</a:t>
            </a:r>
            <a:endParaRPr lang="ru-RU" altLang="ru-RU" sz="2400"/>
          </a:p>
        </p:txBody>
      </p:sp>
      <p:pic>
        <p:nvPicPr>
          <p:cNvPr id="10243" name="Рисунок 2">
            <a:extLst>
              <a:ext uri="{FF2B5EF4-FFF2-40B4-BE49-F238E27FC236}">
                <a16:creationId xmlns:a16="http://schemas.microsoft.com/office/drawing/2014/main" id="{42E7C1EE-56BB-B9B0-BD82-4E2C22234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192213"/>
            <a:ext cx="8783638" cy="569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591D984-0A46-0377-F812-CADD0C2F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Massiv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funktsiyalar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8531C1-D6A3-E20E-E007-F3DF444FE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097" y="1340768"/>
            <a:ext cx="11269036" cy="5095875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1" dirty="0">
                <a:solidFill>
                  <a:srgbClr val="7030A0"/>
                </a:solidFill>
              </a:rPr>
              <a:t>	</a:t>
            </a:r>
            <a:r>
              <a:rPr lang="en-US" b="1" i="1" dirty="0">
                <a:solidFill>
                  <a:srgbClr val="7030A0"/>
                </a:solidFill>
                <a:latin typeface="Comic Sans MS" panose="030F0702030302020204" pitchFamily="66" charset="0"/>
              </a:rPr>
              <a:t>Array Size </a:t>
            </a:r>
            <a:r>
              <a:rPr lang="en-US" dirty="0">
                <a:latin typeface="Comic Sans MS" panose="030F0702030302020204" pitchFamily="66" charset="0"/>
              </a:rPr>
              <a:t>- </a:t>
            </a:r>
            <a:r>
              <a:rPr lang="en-US" dirty="0" err="1">
                <a:latin typeface="Comic Sans MS" panose="030F0702030302020204" pitchFamily="66" charset="0"/>
              </a:rPr>
              <a:t>massivdagi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elementlar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sonini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qaytaradi</a:t>
            </a:r>
            <a:r>
              <a:rPr lang="en-US" dirty="0">
                <a:latin typeface="Comic Sans MS" panose="030F0702030302020204" pitchFamily="66" charset="0"/>
              </a:rPr>
              <a:t>. Agar </a:t>
            </a:r>
            <a:r>
              <a:rPr lang="en-US" dirty="0" err="1">
                <a:latin typeface="Comic Sans MS" panose="030F0702030302020204" pitchFamily="66" charset="0"/>
              </a:rPr>
              <a:t>massiv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ko'p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o'lchovli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bo'lsa</a:t>
            </a:r>
            <a:r>
              <a:rPr lang="en-US" dirty="0">
                <a:latin typeface="Comic Sans MS" panose="030F0702030302020204" pitchFamily="66" charset="0"/>
              </a:rPr>
              <a:t>, </a:t>
            </a:r>
            <a:r>
              <a:rPr lang="en-US" dirty="0" err="1">
                <a:latin typeface="Comic Sans MS" panose="030F0702030302020204" pitchFamily="66" charset="0"/>
              </a:rPr>
              <a:t>unda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funktsiyaning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natijasi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elementlarning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soni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massiv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o'lchoviga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teng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bo'lgan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massiv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bo'ladi</a:t>
            </a:r>
            <a:r>
              <a:rPr lang="en-US" dirty="0">
                <a:latin typeface="Comic Sans MS" panose="030F0702030302020204" pitchFamily="66" charset="0"/>
              </a:rPr>
              <a:t>. </a:t>
            </a:r>
            <a:r>
              <a:rPr lang="en-US" dirty="0" err="1">
                <a:latin typeface="Comic Sans MS" panose="030F0702030302020204" pitchFamily="66" charset="0"/>
              </a:rPr>
              <a:t>Masalan</a:t>
            </a:r>
            <a:r>
              <a:rPr lang="en-US" dirty="0">
                <a:latin typeface="Comic Sans MS" panose="030F0702030302020204" pitchFamily="66" charset="0"/>
              </a:rPr>
              <a:t>, </a:t>
            </a:r>
            <a:r>
              <a:rPr lang="en-US" dirty="0" err="1">
                <a:latin typeface="Comic Sans MS" panose="030F0702030302020204" pitchFamily="66" charset="0"/>
              </a:rPr>
              <a:t>ushbu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funktsiyani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bir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o'lchovli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ushbu</a:t>
            </a:r>
            <a:r>
              <a:rPr lang="en-US" dirty="0">
                <a:latin typeface="Comic Sans MS" panose="030F0702030302020204" pitchFamily="66" charset="0"/>
              </a:rPr>
              <a:t> [1,6,5,3,4] </a:t>
            </a:r>
            <a:r>
              <a:rPr lang="en-US" dirty="0" err="1">
                <a:latin typeface="Comic Sans MS" panose="030F0702030302020204" pitchFamily="66" charset="0"/>
              </a:rPr>
              <a:t>massivga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qo'llash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natijasi</a:t>
            </a:r>
            <a:r>
              <a:rPr lang="en-US" dirty="0">
                <a:latin typeface="Comic Sans MS" panose="030F0702030302020204" pitchFamily="66" charset="0"/>
              </a:rPr>
              <a:t> 5 </a:t>
            </a:r>
            <a:r>
              <a:rPr lang="en-US" dirty="0" err="1">
                <a:latin typeface="Comic Sans MS" panose="030F0702030302020204" pitchFamily="66" charset="0"/>
              </a:rPr>
              <a:t>raqami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dirty="0" err="1">
                <a:latin typeface="Comic Sans MS" panose="030F0702030302020204" pitchFamily="66" charset="0"/>
              </a:rPr>
              <a:t>bo'ladi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pPr marL="0" indent="0" algn="just">
              <a:buNone/>
            </a:pPr>
            <a:r>
              <a:rPr kumimoji="0" lang="en-US" altLang="ru-RU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	</a:t>
            </a:r>
            <a:r>
              <a:rPr kumimoji="0" lang="ru-RU" altLang="ru-RU" sz="3200" b="1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Initialize</a:t>
            </a:r>
            <a:r>
              <a:rPr kumimoji="0" lang="ru-RU" altLang="ru-RU" sz="32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ru-RU" altLang="ru-RU" sz="3200" b="1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Array</a:t>
            </a:r>
            <a:r>
              <a:rPr kumimoji="0" lang="en-US" altLang="ru-RU" sz="32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b="1" i="1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-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har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bir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o'lchovda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kerakli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miqdordagi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elementlar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bilan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kerakli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o'lchamdagi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hosil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qiladi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va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uni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element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terminali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tomonidan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belgilangan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qiymatlar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bilan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to'ldiradi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O'lchovni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qo'shish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uchun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funktsiya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kubini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"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cho'zish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" </a:t>
            </a:r>
            <a:r>
              <a:rPr kumimoji="0" lang="en-US" altLang="ru-RU" sz="3200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kerak</a:t>
            </a:r>
            <a:r>
              <a:rPr kumimoji="0" lang="en-US" altLang="ru-RU" sz="3200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</a:t>
            </a:r>
            <a:endParaRPr lang="ru-RU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112AE1-151F-85B6-0579-D63AAA5F0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4" y="1378697"/>
            <a:ext cx="487386" cy="344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6D1D2F3-F491-5EED-6073-68194EF41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667" y="-57568"/>
            <a:ext cx="9236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2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2D1C8AD-A41B-6059-C663-D73232E48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21" y="4509120"/>
            <a:ext cx="487386" cy="41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33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17EAD30-C771-2E7B-9AEC-8CA5E9D0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4F1412-9ACB-6FED-F66D-DF293F5D5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228725"/>
            <a:ext cx="11665296" cy="5400675"/>
          </a:xfrm>
        </p:spPr>
        <p:txBody>
          <a:bodyPr/>
          <a:lstStyle/>
          <a:p>
            <a:pPr marL="0" indent="442913" algn="just"/>
            <a:r>
              <a:rPr kumimoji="0" lang="ru-RU" altLang="ru-RU" sz="2600" b="1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Array</a:t>
            </a:r>
            <a:r>
              <a:rPr kumimoji="0" lang="ru-RU" altLang="ru-RU" sz="26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ru-RU" altLang="ru-RU" sz="2600" b="1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Subset</a:t>
            </a:r>
            <a:r>
              <a:rPr kumimoji="0" lang="en-US" altLang="ru-RU" sz="2600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-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massivning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bir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qismini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(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elementlarning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pastki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qismini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)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ma'lum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bir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(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indeks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terminali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bilan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belgilanadi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)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va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uzunlik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terminali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bilan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belgilangan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uzunlikdan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qaytaradi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Masalan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, agar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siz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ushbu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funktsiyani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indeks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=1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va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uzunlik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=2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argumentlari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bilan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[1,6,5,3,4]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qatorga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qo'llasangiz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,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natija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[6,5]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qator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bo'ladi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</a:t>
            </a:r>
          </a:p>
          <a:p>
            <a:pPr marL="84138" lvl="1" indent="811213" algn="just"/>
            <a:r>
              <a:rPr kumimoji="0" lang="ru-RU" altLang="ru-RU" sz="2600" b="1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Build</a:t>
            </a:r>
            <a:r>
              <a:rPr kumimoji="0" lang="ru-RU" altLang="ru-RU" sz="26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ru-RU" altLang="ru-RU" sz="2600" b="1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Array</a:t>
            </a:r>
            <a:r>
              <a:rPr kumimoji="0" lang="ru-RU" altLang="ru-RU" sz="26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-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ushbu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funktsiya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yordamida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siz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massivga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elementlarni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qo'shishingiz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yoki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bir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nechta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massivlardan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kattaroq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o'lchamdagi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qurishingiz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mumkin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Kubni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cho'zish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mumkin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Ikkita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ulashda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bir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xil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o'lchamdagi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olish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uchun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siz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funktsiyalarni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o'ng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tugmasini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bosib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,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kontekst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menyusida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"Concatenate Inputs" -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ni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tanlashingiz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6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kerak</a:t>
            </a:r>
            <a:r>
              <a:rPr kumimoji="0" lang="en-US" altLang="ru-RU" sz="26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</a:t>
            </a:r>
          </a:p>
          <a:p>
            <a:pPr marL="84138" lvl="1" indent="727075" algn="just"/>
            <a:r>
              <a:rPr kumimoji="0" lang="ru-RU" altLang="ru-RU" sz="2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Index </a:t>
            </a:r>
            <a:r>
              <a:rPr kumimoji="0" lang="ru-RU" altLang="ru-RU" sz="2400" b="1" i="1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Array</a:t>
            </a:r>
            <a:r>
              <a:rPr kumimoji="0" lang="ru-RU" altLang="ru-RU" sz="2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-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belgilangan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raqam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(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indeks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)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bilan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elementni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yoki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massivni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qaytaradi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Misol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: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bizning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massivimiz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uchun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[1,6,5,3,4] 2-argumentli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bu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funktsiya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5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raqamini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ru-RU" sz="2400" b="1" i="1" u="none" strike="noStrike" cap="none" normalizeH="0" baseline="0" dirty="0" err="1">
                <a:ln>
                  <a:noFill/>
                </a:ln>
                <a:effectLst/>
                <a:latin typeface="Comic Sans MS" panose="030F0702030302020204" pitchFamily="66" charset="0"/>
              </a:rPr>
              <a:t>qaytaradi</a:t>
            </a:r>
            <a:r>
              <a:rPr kumimoji="0" lang="en-US" altLang="ru-RU" sz="2400" b="1" i="1" u="none" strike="noStrike" cap="none" normalizeH="0" baseline="0" dirty="0">
                <a:ln>
                  <a:noFill/>
                </a:ln>
                <a:effectLst/>
                <a:latin typeface="Comic Sans MS" panose="030F0702030302020204" pitchFamily="66" charset="0"/>
              </a:rPr>
              <a:t>.</a:t>
            </a:r>
            <a:endParaRPr lang="ru-RU" sz="2400" b="1" i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25C5A8-9B0C-F04D-B6DD-53AA38A6F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1124744"/>
            <a:ext cx="661864" cy="55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9A832EC-17B3-1EA3-4C0B-859A191FE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601" y="-184666"/>
            <a:ext cx="8947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2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ru-RU" altLang="ru-RU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     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D603BD1-A8A0-502A-7B8B-848478070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63270"/>
            <a:ext cx="1024113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25DCD4CF-DFA7-AB64-CB97-AD2829CCC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174" y="-184666"/>
            <a:ext cx="9236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22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222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DF0F79C-C060-0571-EE62-B57C43411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5733256"/>
            <a:ext cx="816857" cy="47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542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>
            <a:extLst>
              <a:ext uri="{FF2B5EF4-FFF2-40B4-BE49-F238E27FC236}">
                <a16:creationId xmlns:a16="http://schemas.microsoft.com/office/drawing/2014/main" id="{B2287C27-0344-7A44-7F29-6B26A4F80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pic>
        <p:nvPicPr>
          <p:cNvPr id="11267" name="Объект 8">
            <a:extLst>
              <a:ext uri="{FF2B5EF4-FFF2-40B4-BE49-F238E27FC236}">
                <a16:creationId xmlns:a16="http://schemas.microsoft.com/office/drawing/2014/main" id="{A60941D5-8AFC-FE8D-B885-FBC84CFD0D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125538"/>
            <a:ext cx="9521825" cy="5511800"/>
          </a:xfrm>
        </p:spPr>
      </p:pic>
      <p:sp>
        <p:nvSpPr>
          <p:cNvPr id="11268" name="TextBox 9">
            <a:extLst>
              <a:ext uri="{FF2B5EF4-FFF2-40B4-BE49-F238E27FC236}">
                <a16:creationId xmlns:a16="http://schemas.microsoft.com/office/drawing/2014/main" id="{D4B38F93-2D5D-535E-F9AD-DA1BEB01F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3" y="1311275"/>
            <a:ext cx="537686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→"/>
            </a:pPr>
            <a:r>
              <a:rPr lang="en-US" altLang="ru-RU" sz="2800">
                <a:latin typeface="Comic Sans MS" panose="030F0702030302020204" pitchFamily="66" charset="0"/>
              </a:rPr>
              <a:t>Massiv elementlarini sonini aniqlash</a:t>
            </a:r>
            <a:endParaRPr lang="ru-RU" altLang="ru-RU" sz="2800">
              <a:latin typeface="Comic Sans MS" panose="030F0702030302020204" pitchFamily="66" charset="0"/>
            </a:endParaRPr>
          </a:p>
        </p:txBody>
      </p:sp>
      <p:sp>
        <p:nvSpPr>
          <p:cNvPr id="11269" name="TextBox 10">
            <a:extLst>
              <a:ext uri="{FF2B5EF4-FFF2-40B4-BE49-F238E27FC236}">
                <a16:creationId xmlns:a16="http://schemas.microsoft.com/office/drawing/2014/main" id="{4DBB73CC-6F64-C355-DFD4-B9C997C2F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2312988"/>
            <a:ext cx="55197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→"/>
            </a:pPr>
            <a:r>
              <a:rPr lang="en-US" altLang="ru-RU" sz="2800">
                <a:latin typeface="Comic Sans MS" panose="030F0702030302020204" pitchFamily="66" charset="0"/>
              </a:rPr>
              <a:t>Elementlar soni va qiymatlar asosida massiv tashkil etish</a:t>
            </a:r>
            <a:endParaRPr lang="ru-RU" altLang="ru-RU" sz="2800">
              <a:latin typeface="Comic Sans MS" panose="030F0702030302020204" pitchFamily="66" charset="0"/>
            </a:endParaRPr>
          </a:p>
        </p:txBody>
      </p:sp>
      <p:sp>
        <p:nvSpPr>
          <p:cNvPr id="11270" name="TextBox 11">
            <a:extLst>
              <a:ext uri="{FF2B5EF4-FFF2-40B4-BE49-F238E27FC236}">
                <a16:creationId xmlns:a16="http://schemas.microsoft.com/office/drawing/2014/main" id="{2EBBEA0E-2A8F-8F71-6BA3-EE4BF90DC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3284538"/>
            <a:ext cx="59055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→"/>
            </a:pPr>
            <a:r>
              <a:rPr lang="en-US" altLang="ru-RU" sz="2800">
                <a:latin typeface="Comic Sans MS" panose="030F0702030302020204" pitchFamily="66" charset="0"/>
              </a:rPr>
              <a:t>Massivga yangi element qo’shish</a:t>
            </a:r>
            <a:endParaRPr lang="ru-RU" altLang="ru-RU" sz="2800">
              <a:latin typeface="Comic Sans MS" panose="030F0702030302020204" pitchFamily="66" charset="0"/>
            </a:endParaRPr>
          </a:p>
        </p:txBody>
      </p:sp>
      <p:sp>
        <p:nvSpPr>
          <p:cNvPr id="11271" name="TextBox 12">
            <a:extLst>
              <a:ext uri="{FF2B5EF4-FFF2-40B4-BE49-F238E27FC236}">
                <a16:creationId xmlns:a16="http://schemas.microsoft.com/office/drawing/2014/main" id="{816FF6D1-0781-0327-6908-60871ABC1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8275" y="4941888"/>
            <a:ext cx="7848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↑"/>
            </a:pPr>
            <a:r>
              <a:rPr lang="en-US" altLang="ru-RU" sz="2600">
                <a:latin typeface="Comic Sans MS" panose="030F0702030302020204" pitchFamily="66" charset="0"/>
              </a:rPr>
              <a:t>2 bir o’lchamli massivdan ikki o’lchamli massiv yaratish</a:t>
            </a:r>
            <a:endParaRPr lang="ru-RU" altLang="ru-RU" sz="2600"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9DB4D-D962-13B0-2F1E-A9A90CEA5D9E}"/>
              </a:ext>
            </a:extLst>
          </p:cNvPr>
          <p:cNvSpPr txBox="1"/>
          <p:nvPr/>
        </p:nvSpPr>
        <p:spPr>
          <a:xfrm>
            <a:off x="1631950" y="6092825"/>
            <a:ext cx="6840538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algn="ctr" eaLnBrk="1" hangingPunct="1">
              <a:buFont typeface="Arial" panose="020B0604020202020204" pitchFamily="34" charset="0"/>
              <a:buChar char="→"/>
              <a:defRPr/>
            </a:pPr>
            <a:r>
              <a:rPr lang="en-US" sz="2400" dirty="0" err="1">
                <a:latin typeface="Comic Sans MS" panose="030F0702030302020204" pitchFamily="66" charset="0"/>
              </a:rPr>
              <a:t>Ikkita</a:t>
            </a:r>
            <a:r>
              <a:rPr lang="en-US" sz="2400" dirty="0"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latin typeface="Comic Sans MS" panose="030F0702030302020204" pitchFamily="66" charset="0"/>
              </a:rPr>
              <a:t>bir</a:t>
            </a:r>
            <a:r>
              <a:rPr lang="en-US" sz="2400" dirty="0"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latin typeface="Comic Sans MS" panose="030F0702030302020204" pitchFamily="66" charset="0"/>
              </a:rPr>
              <a:t>o’lchamli</a:t>
            </a:r>
            <a:r>
              <a:rPr lang="en-US" sz="2400" dirty="0"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latin typeface="Comic Sans MS" panose="030F0702030302020204" pitchFamily="66" charset="0"/>
              </a:rPr>
              <a:t>massivdan</a:t>
            </a:r>
            <a:r>
              <a:rPr lang="en-US" sz="2400" dirty="0"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latin typeface="Comic Sans MS" panose="030F0702030302020204" pitchFamily="66" charset="0"/>
              </a:rPr>
              <a:t>bir</a:t>
            </a:r>
            <a:r>
              <a:rPr lang="en-US" sz="2400" dirty="0">
                <a:latin typeface="Comic Sans MS" panose="030F0702030302020204" pitchFamily="66" charset="0"/>
              </a:rPr>
              <a:t> </a:t>
            </a:r>
          </a:p>
          <a:p>
            <a:pPr algn="ctr" eaLnBrk="1" hangingPunct="1">
              <a:defRPr/>
            </a:pPr>
            <a:r>
              <a:rPr lang="en-US" sz="2400" dirty="0" err="1">
                <a:latin typeface="Comic Sans MS" panose="030F0702030302020204" pitchFamily="66" charset="0"/>
              </a:rPr>
              <a:t>o’lchamli</a:t>
            </a:r>
            <a:r>
              <a:rPr lang="en-US" sz="2400" dirty="0"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latin typeface="Comic Sans MS" panose="030F0702030302020204" pitchFamily="66" charset="0"/>
              </a:rPr>
              <a:t>massiv</a:t>
            </a:r>
            <a:r>
              <a:rPr lang="en-US" sz="2400" dirty="0">
                <a:latin typeface="Comic Sans MS" panose="030F0702030302020204" pitchFamily="66" charset="0"/>
              </a:rPr>
              <a:t> </a:t>
            </a:r>
            <a:r>
              <a:rPr lang="en-US" sz="2400" dirty="0" err="1">
                <a:latin typeface="Comic Sans MS" panose="030F0702030302020204" pitchFamily="66" charset="0"/>
              </a:rPr>
              <a:t>yaratish</a:t>
            </a:r>
            <a:endParaRPr lang="ru-RU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>
            <a:extLst>
              <a:ext uri="{FF2B5EF4-FFF2-40B4-BE49-F238E27FC236}">
                <a16:creationId xmlns:a16="http://schemas.microsoft.com/office/drawing/2014/main" id="{C7A11AFF-A84D-48D4-5717-5156A37F7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pic>
        <p:nvPicPr>
          <p:cNvPr id="12291" name="Объект 4">
            <a:extLst>
              <a:ext uri="{FF2B5EF4-FFF2-40B4-BE49-F238E27FC236}">
                <a16:creationId xmlns:a16="http://schemas.microsoft.com/office/drawing/2014/main" id="{618B8208-09EC-AF94-980E-6F6E591ED1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68413"/>
            <a:ext cx="8496300" cy="5246687"/>
          </a:xfrm>
        </p:spPr>
      </p:pic>
      <p:sp>
        <p:nvSpPr>
          <p:cNvPr id="12292" name="TextBox 5">
            <a:extLst>
              <a:ext uri="{FF2B5EF4-FFF2-40B4-BE49-F238E27FC236}">
                <a16:creationId xmlns:a16="http://schemas.microsoft.com/office/drawing/2014/main" id="{B678ACE2-2FE8-0A6B-DB16-2DDAD73AB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1412875"/>
            <a:ext cx="54006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→"/>
            </a:pPr>
            <a:r>
              <a:rPr lang="en-US" altLang="ru-RU" sz="2800">
                <a:latin typeface="Comic Sans MS" panose="030F0702030302020204" pitchFamily="66" charset="0"/>
              </a:rPr>
              <a:t>Berilgan massiv, indeksi va uzunligi asosida kesib olib yangi massiv yaratish</a:t>
            </a:r>
            <a:endParaRPr lang="ru-RU" altLang="ru-RU" sz="2800">
              <a:latin typeface="Comic Sans MS" panose="030F0702030302020204" pitchFamily="66" charset="0"/>
            </a:endParaRPr>
          </a:p>
        </p:txBody>
      </p:sp>
      <p:sp>
        <p:nvSpPr>
          <p:cNvPr id="12293" name="TextBox 6">
            <a:extLst>
              <a:ext uri="{FF2B5EF4-FFF2-40B4-BE49-F238E27FC236}">
                <a16:creationId xmlns:a16="http://schemas.microsoft.com/office/drawing/2014/main" id="{770C00ED-C6BA-84CA-3C60-6B246C26B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00" y="3068638"/>
            <a:ext cx="51133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→"/>
            </a:pPr>
            <a:r>
              <a:rPr lang="en-US" altLang="ru-RU" sz="2800">
                <a:latin typeface="Comic Sans MS" panose="030F0702030302020204" pitchFamily="66" charset="0"/>
              </a:rPr>
              <a:t>Berilgan massivdan ikkinchi element qiymatini chiqarish</a:t>
            </a:r>
            <a:endParaRPr lang="ru-RU" altLang="ru-RU" sz="2800">
              <a:latin typeface="Comic Sans MS" panose="030F0702030302020204" pitchFamily="66" charset="0"/>
            </a:endParaRPr>
          </a:p>
        </p:txBody>
      </p:sp>
      <p:sp>
        <p:nvSpPr>
          <p:cNvPr id="12294" name="TextBox 7">
            <a:extLst>
              <a:ext uri="{FF2B5EF4-FFF2-40B4-BE49-F238E27FC236}">
                <a16:creationId xmlns:a16="http://schemas.microsoft.com/office/drawing/2014/main" id="{CE235B9F-1052-FCD2-45EF-099863781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5140325"/>
            <a:ext cx="59769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→"/>
            </a:pPr>
            <a:r>
              <a:rPr lang="en-US" altLang="ru-RU" sz="2800">
                <a:latin typeface="Comic Sans MS" panose="030F0702030302020204" pitchFamily="66" charset="0"/>
              </a:rPr>
              <a:t>Berilgan ikki o’lchamli massivdan birinchi satr elementlaridan massiv yaratish</a:t>
            </a:r>
            <a:endParaRPr lang="ru-RU" altLang="ru-RU" sz="28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>
            <a:extLst>
              <a:ext uri="{FF2B5EF4-FFF2-40B4-BE49-F238E27FC236}">
                <a16:creationId xmlns:a16="http://schemas.microsoft.com/office/drawing/2014/main" id="{FB7AF000-8EFE-8EA1-57B7-3C067F624C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/>
          </a:p>
        </p:txBody>
      </p:sp>
      <p:pic>
        <p:nvPicPr>
          <p:cNvPr id="13315" name="Объект 4">
            <a:extLst>
              <a:ext uri="{FF2B5EF4-FFF2-40B4-BE49-F238E27FC236}">
                <a16:creationId xmlns:a16="http://schemas.microsoft.com/office/drawing/2014/main" id="{7FE10F29-88C7-8EC2-1A5B-8822B1A15B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7488" y="1254125"/>
            <a:ext cx="10199687" cy="52705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id="{7D7C6EEE-D31B-679C-2EE8-2E3E26E8B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dirty="0" err="1"/>
              <a:t>Klaster</a:t>
            </a:r>
            <a:r>
              <a:rPr lang="en-US" altLang="ru-RU" dirty="0"/>
              <a:t> lar </a:t>
            </a:r>
            <a:r>
              <a:rPr lang="en-US" altLang="ru-RU" dirty="0" err="1"/>
              <a:t>bilan</a:t>
            </a:r>
            <a:r>
              <a:rPr lang="en-US" altLang="ru-RU" dirty="0"/>
              <a:t> </a:t>
            </a:r>
            <a:r>
              <a:rPr lang="en-US" altLang="ru-RU" dirty="0" err="1"/>
              <a:t>ishlash</a:t>
            </a:r>
            <a:endParaRPr lang="ru-RU" altLang="ru-RU" dirty="0"/>
          </a:p>
        </p:txBody>
      </p:sp>
      <p:sp>
        <p:nvSpPr>
          <p:cNvPr id="14339" name="Объект 2">
            <a:extLst>
              <a:ext uri="{FF2B5EF4-FFF2-40B4-BE49-F238E27FC236}">
                <a16:creationId xmlns:a16="http://schemas.microsoft.com/office/drawing/2014/main" id="{6D65BC88-2BF1-C105-C1A0-57CA8693A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3352" y="1228725"/>
            <a:ext cx="11593288" cy="5095875"/>
          </a:xfrm>
        </p:spPr>
        <p:txBody>
          <a:bodyPr/>
          <a:lstStyle/>
          <a:p>
            <a:r>
              <a:rPr lang="en-US" altLang="ru-RU" b="1" i="1" u="sng" dirty="0" err="1">
                <a:solidFill>
                  <a:srgbClr val="7030A0"/>
                </a:solidFill>
                <a:latin typeface="Comic Sans MS" panose="030F0702030302020204" pitchFamily="66" charset="0"/>
              </a:rPr>
              <a:t>Klaster</a:t>
            </a:r>
            <a:r>
              <a:rPr lang="en-US" altLang="ru-RU" i="1" dirty="0">
                <a:solidFill>
                  <a:srgbClr val="7030A0"/>
                </a:solidFill>
                <a:latin typeface="Comic Sans MS" panose="030F0702030302020204" pitchFamily="66" charset="0"/>
              </a:rPr>
              <a:t> </a:t>
            </a:r>
            <a:r>
              <a:rPr lang="en-US" altLang="ru-RU" i="1" dirty="0">
                <a:latin typeface="Comic Sans MS" panose="030F0702030302020204" pitchFamily="66" charset="0"/>
              </a:rPr>
              <a:t>–</a:t>
            </a:r>
            <a:r>
              <a:rPr lang="en-US" altLang="ru-RU" i="1" dirty="0" err="1">
                <a:latin typeface="Comic Sans MS" panose="030F0702030302020204" pitchFamily="66" charset="0"/>
              </a:rPr>
              <a:t>turli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tipdagi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ma’lumotlarni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birlashtirishga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mo’ljallangan</a:t>
            </a:r>
            <a:r>
              <a:rPr lang="en-US" altLang="ru-RU" i="1" dirty="0">
                <a:latin typeface="Comic Sans MS" panose="030F0702030302020204" pitchFamily="66" charset="0"/>
              </a:rPr>
              <a:t>. U </a:t>
            </a:r>
            <a:r>
              <a:rPr lang="en-US" altLang="ru-RU" i="1" dirty="0" err="1">
                <a:latin typeface="Comic Sans MS" panose="030F0702030302020204" pitchFamily="66" charset="0"/>
              </a:rPr>
              <a:t>blok-sxemani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ixchamlashtirishga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yordam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beradi</a:t>
            </a:r>
            <a:r>
              <a:rPr lang="en-US" altLang="ru-RU" i="1" dirty="0">
                <a:latin typeface="Comic Sans MS" panose="030F0702030302020204" pitchFamily="66" charset="0"/>
              </a:rPr>
              <a:t>.</a:t>
            </a:r>
          </a:p>
          <a:p>
            <a:r>
              <a:rPr lang="en-US" altLang="ru-RU" i="1" dirty="0" err="1">
                <a:latin typeface="Comic Sans MS" panose="030F0702030302020204" pitchFamily="66" charset="0"/>
              </a:rPr>
              <a:t>Klasterni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yaratishda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foydalaniladigan</a:t>
            </a:r>
            <a:r>
              <a:rPr lang="en-US" altLang="ru-RU" i="1" dirty="0">
                <a:latin typeface="Comic Sans MS" panose="030F0702030302020204" pitchFamily="66" charset="0"/>
              </a:rPr>
              <a:t> </a:t>
            </a:r>
            <a:r>
              <a:rPr lang="en-US" altLang="ru-RU" i="1" dirty="0" err="1">
                <a:latin typeface="Comic Sans MS" panose="030F0702030302020204" pitchFamily="66" charset="0"/>
              </a:rPr>
              <a:t>funktsiyalar</a:t>
            </a:r>
            <a:r>
              <a:rPr lang="en-US" altLang="ru-RU" i="1" dirty="0">
                <a:latin typeface="Comic Sans MS" panose="030F0702030302020204" pitchFamily="66" charset="0"/>
              </a:rPr>
              <a:t>:</a:t>
            </a:r>
          </a:p>
          <a:p>
            <a:r>
              <a:rPr lang="en-US" altLang="ru-RU" i="1" dirty="0">
                <a:latin typeface="Comic Sans MS" panose="030F0702030302020204" pitchFamily="66" charset="0"/>
              </a:rPr>
              <a:t>Bundle (</a:t>
            </a:r>
            <a:r>
              <a:rPr lang="en-US" altLang="ru-RU" i="1" dirty="0" err="1">
                <a:latin typeface="Comic Sans MS" panose="030F0702030302020204" pitchFamily="66" charset="0"/>
              </a:rPr>
              <a:t>to’plash</a:t>
            </a:r>
            <a:r>
              <a:rPr lang="en-US" altLang="ru-RU" i="1" dirty="0">
                <a:latin typeface="Comic Sans MS" panose="030F0702030302020204" pitchFamily="66" charset="0"/>
              </a:rPr>
              <a:t>);</a:t>
            </a:r>
          </a:p>
          <a:p>
            <a:r>
              <a:rPr lang="en-US" altLang="ru-RU" i="1" dirty="0">
                <a:latin typeface="Comic Sans MS" panose="030F0702030302020204" pitchFamily="66" charset="0"/>
              </a:rPr>
              <a:t>Unbundle (</a:t>
            </a:r>
            <a:r>
              <a:rPr lang="en-US" altLang="ru-RU" i="1" dirty="0" err="1">
                <a:latin typeface="Comic Sans MS" panose="030F0702030302020204" pitchFamily="66" charset="0"/>
              </a:rPr>
              <a:t>taqsimlash</a:t>
            </a:r>
            <a:r>
              <a:rPr lang="en-US" altLang="ru-RU" i="1" dirty="0">
                <a:latin typeface="Comic Sans MS" panose="030F0702030302020204" pitchFamily="66" charset="0"/>
              </a:rPr>
              <a:t>)</a:t>
            </a:r>
          </a:p>
          <a:p>
            <a:endParaRPr lang="ru-RU" altLang="ru-RU" i="1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CC659-2B89-CE10-D891-DECCB5AA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7AD7EBB-263B-3343-4B2B-009AB0DD6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304" y="1228725"/>
            <a:ext cx="9219392" cy="5095875"/>
          </a:xfrm>
        </p:spPr>
      </p:pic>
    </p:spTree>
    <p:extLst>
      <p:ext uri="{BB962C8B-B14F-4D97-AF65-F5344CB8AC3E}">
        <p14:creationId xmlns:p14="http://schemas.microsoft.com/office/powerpoint/2010/main" val="1401593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D3048-D059-C210-1302-6C9DE87E7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8C35E65-B73B-8B5C-FBD4-6D863BA76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07" y="1228725"/>
            <a:ext cx="8540386" cy="5095875"/>
          </a:xfrm>
        </p:spPr>
      </p:pic>
    </p:spTree>
    <p:extLst>
      <p:ext uri="{BB962C8B-B14F-4D97-AF65-F5344CB8AC3E}">
        <p14:creationId xmlns:p14="http://schemas.microsoft.com/office/powerpoint/2010/main" val="4156346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3">
            <a:extLst>
              <a:ext uri="{FF2B5EF4-FFF2-40B4-BE49-F238E27FC236}">
                <a16:creationId xmlns:a16="http://schemas.microsoft.com/office/drawing/2014/main" id="{21E5B32F-9715-1BBE-7928-8507883B92D0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2351088" y="3716338"/>
            <a:ext cx="7991475" cy="1139825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kern="1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0" scaled="1"/>
                </a:gradFill>
                <a:effectLst>
                  <a:outerShdw dist="107763" dir="2700000" algn="ctr" rotWithShape="0">
                    <a:srgbClr val="C0C0C0">
                      <a:alpha val="50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E’TIBORINGIZ UCHUN RAHMAT</a:t>
            </a:r>
            <a:endParaRPr lang="ru-RU" sz="5400" kern="1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tx1"/>
                  </a:gs>
                </a:gsLst>
                <a:lin ang="0" scaled="1"/>
              </a:gradFill>
              <a:effectLst>
                <a:outerShdw dist="107763" dir="2700000" algn="ctr" rotWithShape="0">
                  <a:srgbClr val="C0C0C0">
                    <a:alpha val="50000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b2004100l">
  <a:themeElements>
    <a:clrScheme name="cdb2004100l 3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2F85F7"/>
      </a:accent1>
      <a:accent2>
        <a:srgbClr val="FF9900"/>
      </a:accent2>
      <a:accent3>
        <a:srgbClr val="FFFFFF"/>
      </a:accent3>
      <a:accent4>
        <a:srgbClr val="174578"/>
      </a:accent4>
      <a:accent5>
        <a:srgbClr val="ADC2FA"/>
      </a:accent5>
      <a:accent6>
        <a:srgbClr val="E78A00"/>
      </a:accent6>
      <a:hlink>
        <a:srgbClr val="5AD9F2"/>
      </a:hlink>
      <a:folHlink>
        <a:srgbClr val="969696"/>
      </a:folHlink>
    </a:clrScheme>
    <a:fontScheme name="cdb2004100l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db2004100l 1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0099CC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AACAE2"/>
        </a:accent5>
        <a:accent6>
          <a:srgbClr val="E78A2D"/>
        </a:accent6>
        <a:hlink>
          <a:srgbClr val="33CCCC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00l 2">
        <a:dk1>
          <a:srgbClr val="592C0D"/>
        </a:dk1>
        <a:lt1>
          <a:srgbClr val="FFFFFF"/>
        </a:lt1>
        <a:dk2>
          <a:srgbClr val="000000"/>
        </a:dk2>
        <a:lt2>
          <a:srgbClr val="C0C0C0"/>
        </a:lt2>
        <a:accent1>
          <a:srgbClr val="5B9569"/>
        </a:accent1>
        <a:accent2>
          <a:srgbClr val="5D8FC1"/>
        </a:accent2>
        <a:accent3>
          <a:srgbClr val="FFFFFF"/>
        </a:accent3>
        <a:accent4>
          <a:srgbClr val="4B2409"/>
        </a:accent4>
        <a:accent5>
          <a:srgbClr val="B5C8B9"/>
        </a:accent5>
        <a:accent6>
          <a:srgbClr val="5381AF"/>
        </a:accent6>
        <a:hlink>
          <a:srgbClr val="C5C059"/>
        </a:hlink>
        <a:folHlink>
          <a:srgbClr val="999C9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00l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F85F7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DC2FA"/>
        </a:accent5>
        <a:accent6>
          <a:srgbClr val="E78A00"/>
        </a:accent6>
        <a:hlink>
          <a:srgbClr val="5AD9F2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cdb2004100l</Template>
  <TotalTime>1029</TotalTime>
  <Words>459</Words>
  <Application>Microsoft Office PowerPoint</Application>
  <PresentationFormat>Широкоэкранный</PresentationFormat>
  <Paragraphs>62</Paragraphs>
  <Slides>17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Comic Sans MS</vt:lpstr>
      <vt:lpstr>Verdana</vt:lpstr>
      <vt:lpstr>Wingdings</vt:lpstr>
      <vt:lpstr>cdb2004100l</vt:lpstr>
      <vt:lpstr>Image</vt:lpstr>
      <vt:lpstr> LabViewda massiv va klasterlar bilan ishlash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Massiv bilan ishlash uchun funktsiyalar</vt:lpstr>
      <vt:lpstr>Massiv bilan ishlash uchun asosiy funktsiyalar</vt:lpstr>
      <vt:lpstr>Презентация PowerPoint</vt:lpstr>
      <vt:lpstr>Презентация PowerPoint</vt:lpstr>
      <vt:lpstr>Презентация PowerPoint</vt:lpstr>
      <vt:lpstr>Презентация PowerPoint</vt:lpstr>
      <vt:lpstr>Klaster lar bilan ishlash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Массивы</dc:title>
  <dc:creator>Admin</dc:creator>
  <cp:lastModifiedBy>ORGTech</cp:lastModifiedBy>
  <cp:revision>41</cp:revision>
  <dcterms:created xsi:type="dcterms:W3CDTF">2010-02-21T15:36:29Z</dcterms:created>
  <dcterms:modified xsi:type="dcterms:W3CDTF">2024-11-21T16:44:37Z</dcterms:modified>
</cp:coreProperties>
</file>