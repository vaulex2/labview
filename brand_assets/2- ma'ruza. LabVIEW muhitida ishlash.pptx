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C07824-040A-F140-AA64-A90B31E2A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9B04B9-BCD8-040D-3E6F-9DEBE9B2C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08B843-BCFA-82D4-D8C0-D731052A2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0C2-8E6C-42EC-94FF-58C5F7EDB7E4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D581A8-DC34-3675-6452-CEC638C5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EEFB3A-3EC1-851E-C321-8A6E1994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7865C-3E06-49D5-87BB-615ED49D6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272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DA4E3-A495-FFA7-BF65-38763B9CA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563061-0E84-5A67-57E5-A4AE87C14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DA9569-958D-4DD3-B0E7-A9328A64C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0C2-8E6C-42EC-94FF-58C5F7EDB7E4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00A175-D3C4-7B98-7D16-07C74151E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1EE791-ED5A-E181-60F6-6FCFEE18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7865C-3E06-49D5-87BB-615ED49D6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91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2A970C-F7E0-7D2A-17BF-C10E520C5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AD13B4-13D5-59B2-B32B-2D8ADAD8C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500F06-D48D-1245-9202-4518F8C2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0C2-8E6C-42EC-94FF-58C5F7EDB7E4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23FF50-7D6F-221B-6C84-367F8F185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0690C0-304F-B61A-BCFE-1DFB5E6E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7865C-3E06-49D5-87BB-615ED49D6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46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094DD-D0CD-8BDB-71E1-D6AF8638B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A1EE4A-473A-1F73-E37E-185B8A8AEC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FA0EC2-E90E-91F2-20F5-075D57D72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C33DED-9AA2-1352-9533-9EABA57B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0C2-8E6C-42EC-94FF-58C5F7EDB7E4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8C170D-E14A-2D6F-FEA2-60A7CBCE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130919-05B9-3E8F-BE1F-6B03D660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7865C-3E06-49D5-87BB-615ED49D6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404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E3853-0974-A920-C033-0CA83164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498B68-C1BC-FC81-9864-C3F607702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A34336-F7D5-A011-DAA2-362C134EE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348DDBE-6D33-76B6-8510-35BDA9B934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3EA024-490E-FC8E-4AE2-680AD9F5A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A92FC0-4CCE-487E-6F44-F8DF61AC8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0C2-8E6C-42EC-94FF-58C5F7EDB7E4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E6843D4-D899-628B-B372-AB507EDEC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2AFBDCC-FC61-0E98-4FAD-2114AA28E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7865C-3E06-49D5-87BB-615ED49D6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2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05B19-452B-01D5-7B18-9B75E31A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7A70E7-BA8B-500A-5A59-EF96168B7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0C2-8E6C-42EC-94FF-58C5F7EDB7E4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45A938-9871-D584-6F06-FD22D4DF0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9B55603-9591-7C31-F4A9-58937EFE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7865C-3E06-49D5-87BB-615ED49D6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376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D492730-FECB-10AB-02FF-578FD4E5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0C2-8E6C-42EC-94FF-58C5F7EDB7E4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4FAB6A8-547F-FF1C-5C97-0C0040F2A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9FE86F-44EE-9123-55BE-892BB7394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7865C-3E06-49D5-87BB-615ED49D6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1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C9992-56CF-3D8D-D2D2-193268462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F2BCB7-5D3A-52DD-FBFC-4366337AD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229B8B-81E7-9392-8A79-29CA5D581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C82036-941D-FD05-8AFD-1DAAF4862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0C2-8E6C-42EC-94FF-58C5F7EDB7E4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8DFB60-E316-38F4-D606-C94E11D57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8A09F8-7E5B-17FC-26FA-D5DBEC9D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7865C-3E06-49D5-87BB-615ED49D6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812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2CCAE-59D8-49A5-75E5-00841C63E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F37105D-CDB4-B29B-6671-4DA555B57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88CC57-E75F-54DA-22D4-15CC1E192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93E724-3269-4A82-A3E9-4CDB77BFA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0C2-8E6C-42EC-94FF-58C5F7EDB7E4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F4C7B4-0856-D90B-6813-BDE2B9A5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7173B8-0C93-57D6-1977-B2A23443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7865C-3E06-49D5-87BB-615ED49D6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037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DCAF40-BA80-7F9A-B27E-4E0DA1B6E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5BFB6E-D42B-1125-47FF-2DCFF20E1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10F695-AFE6-61CE-7845-31979E01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0C2-8E6C-42EC-94FF-58C5F7EDB7E4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90CBBE-03EA-9E72-C69D-19540B49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8211C7-B7DE-DDA5-F23A-FDE34FBC6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7865C-3E06-49D5-87BB-615ED49D6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4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A08C156-67C3-8B09-799C-3740AFE84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721BE8-7546-8DAF-BCA3-535CFBB73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4AE247-2D82-F466-9C2D-C4550275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60C2-8E6C-42EC-94FF-58C5F7EDB7E4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054DA7-6DE6-F810-04BF-0D2BE969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6F336E-ED1C-EE6A-FEB7-85F4C833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7865C-3E06-49D5-87BB-615ED49D6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6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7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54B2F-28A6-5D0D-27BC-4F3B78B9E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2D90C8-2898-4327-77A7-E78D07657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3BD764-6B81-4979-A0AF-5E8AC13A8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160C2-8E6C-42EC-94FF-58C5F7EDB7E4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DA3870-4E35-F747-E85C-DF513EF4F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7B74A7-6FD4-A1AD-A875-E17C0D00C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7865C-3E06-49D5-87BB-615ED49D6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54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D760E-5D03-BBC7-7BC2-F0440622D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159" y="151403"/>
            <a:ext cx="9144000" cy="1280465"/>
          </a:xfrm>
        </p:spPr>
        <p:txBody>
          <a:bodyPr>
            <a:normAutofit/>
          </a:bodyPr>
          <a:lstStyle/>
          <a:p>
            <a:r>
              <a:rPr lang="en-US" sz="3600" b="1" dirty="0"/>
              <a:t>LABVIEW MUHITIDA ISHLASH </a:t>
            </a:r>
            <a:endParaRPr lang="ru-RU" sz="3600" b="1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D8E6455A-F9E2-3268-DAF9-B1089398F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73238"/>
            <a:ext cx="9144000" cy="1655762"/>
          </a:xfrm>
        </p:spPr>
        <p:txBody>
          <a:bodyPr/>
          <a:lstStyle/>
          <a:p>
            <a:r>
              <a:rPr lang="en-US" b="1" dirty="0" err="1"/>
              <a:t>M.N.Ikromova</a:t>
            </a:r>
            <a:endParaRPr lang="ru-RU" b="1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B345C4F-A6FF-C81D-55EA-A191C9C23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255" y="3032068"/>
            <a:ext cx="7423738" cy="3825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70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A2DD22-7CE9-29E8-CAA8-2C0DABBF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Reja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47C177-F50E-0952-661B-1B9EDD123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sz="2800" dirty="0" err="1"/>
              <a:t>Yuza</a:t>
            </a:r>
            <a:r>
              <a:rPr lang="en-US" sz="2800" dirty="0"/>
              <a:t> panel. </a:t>
            </a:r>
            <a:r>
              <a:rPr lang="en-US" sz="2800" dirty="0" err="1"/>
              <a:t>Boshqarish</a:t>
            </a:r>
            <a:r>
              <a:rPr lang="en-US" sz="2800" dirty="0"/>
              <a:t> </a:t>
            </a:r>
            <a:r>
              <a:rPr lang="en-US" sz="2800" dirty="0" err="1"/>
              <a:t>elementlari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indikatorlar</a:t>
            </a:r>
            <a:r>
              <a:rPr lang="en-US" sz="2800" dirty="0"/>
              <a:t>. </a:t>
            </a:r>
            <a:endParaRPr lang="en-US" dirty="0"/>
          </a:p>
          <a:p>
            <a:r>
              <a:rPr lang="en-US" sz="2800" dirty="0"/>
              <a:t>2</a:t>
            </a:r>
            <a:r>
              <a:rPr lang="en-US" dirty="0"/>
              <a:t>. </a:t>
            </a:r>
            <a:r>
              <a:rPr lang="en-US" sz="2800" dirty="0" err="1"/>
              <a:t>Diagrammalar-bloki</a:t>
            </a:r>
            <a:r>
              <a:rPr lang="en-US" sz="2800" dirty="0"/>
              <a:t>. </a:t>
            </a:r>
          </a:p>
          <a:p>
            <a:r>
              <a:rPr lang="en-US" dirty="0"/>
              <a:t>3. </a:t>
            </a:r>
            <a:r>
              <a:rPr lang="en-US" sz="2800" dirty="0" err="1"/>
              <a:t>Qurollar</a:t>
            </a:r>
            <a:r>
              <a:rPr lang="en-US" sz="2800" dirty="0"/>
              <a:t> </a:t>
            </a:r>
            <a:r>
              <a:rPr lang="en-US" sz="2800" dirty="0" err="1"/>
              <a:t>paneli</a:t>
            </a:r>
            <a:r>
              <a:rPr lang="en-US" sz="2800" dirty="0"/>
              <a:t> (Tools palette)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FA3077-213E-08B3-9628-3CB3A478E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121" y="3822032"/>
            <a:ext cx="4696679" cy="3035968"/>
          </a:xfrm>
          <a:prstGeom prst="rect">
            <a:avLst/>
          </a:prstGeom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EC1F0C16-0E4E-7F8C-0895-17CBAA7E4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072" y="3822032"/>
            <a:ext cx="4708187" cy="3035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899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9DE6D-4D26-460A-511B-94EA315D2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E62AA5C3-9E27-ADEF-9B62-0F5DF9F78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465" y="365125"/>
            <a:ext cx="11634280" cy="6127750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/>
              <a:t>LabVIEW</a:t>
            </a:r>
            <a:r>
              <a:rPr lang="en-US" sz="3200" dirty="0"/>
              <a:t> </a:t>
            </a:r>
            <a:r>
              <a:rPr lang="en-US" sz="3200" dirty="0" err="1"/>
              <a:t>dasturiy</a:t>
            </a:r>
            <a:r>
              <a:rPr lang="en-US" sz="3200" dirty="0"/>
              <a:t> </a:t>
            </a:r>
            <a:r>
              <a:rPr lang="en-US" sz="3200" dirty="0" err="1"/>
              <a:t>to'plami</a:t>
            </a:r>
            <a:r>
              <a:rPr lang="en-US" sz="3200" dirty="0"/>
              <a:t> (</a:t>
            </a:r>
            <a:r>
              <a:rPr lang="en-US" sz="3200" dirty="0" err="1"/>
              <a:t>laboratoriya</a:t>
            </a:r>
            <a:r>
              <a:rPr lang="en-US" sz="3200" dirty="0"/>
              <a:t> Virtual Instrument Engineering Workbench) </a:t>
            </a:r>
            <a:r>
              <a:rPr lang="en-US" sz="3200" dirty="0" err="1"/>
              <a:t>o'lchash</a:t>
            </a:r>
            <a:r>
              <a:rPr lang="en-US" sz="3200" dirty="0"/>
              <a:t>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dirty="0" err="1"/>
              <a:t>boshqarish</a:t>
            </a:r>
            <a:r>
              <a:rPr lang="en-US" sz="3200" dirty="0"/>
              <a:t> </a:t>
            </a:r>
            <a:r>
              <a:rPr lang="en-US" sz="3200" dirty="0" err="1"/>
              <a:t>uskunalari</a:t>
            </a:r>
            <a:r>
              <a:rPr lang="en-US" sz="3200" dirty="0"/>
              <a:t> </a:t>
            </a:r>
            <a:r>
              <a:rPr lang="en-US" sz="3200" dirty="0" err="1"/>
              <a:t>bilan</a:t>
            </a:r>
            <a:r>
              <a:rPr lang="en-US" sz="3200" dirty="0"/>
              <a:t> </a:t>
            </a:r>
            <a:r>
              <a:rPr lang="en-US" sz="3200" dirty="0" err="1"/>
              <a:t>o'zaro</a:t>
            </a:r>
            <a:r>
              <a:rPr lang="en-US" sz="3200" dirty="0"/>
              <a:t> </a:t>
            </a:r>
            <a:r>
              <a:rPr lang="en-US" sz="3200" dirty="0" err="1"/>
              <a:t>aloqani</a:t>
            </a:r>
            <a:r>
              <a:rPr lang="en-US" sz="3200" dirty="0"/>
              <a:t> </a:t>
            </a:r>
            <a:r>
              <a:rPr lang="en-US" sz="3200" dirty="0" err="1"/>
              <a:t>tashkil</a:t>
            </a:r>
            <a:r>
              <a:rPr lang="en-US" sz="3200" dirty="0"/>
              <a:t> </a:t>
            </a:r>
            <a:r>
              <a:rPr lang="en-US" sz="3200" dirty="0" err="1"/>
              <a:t>qilish</a:t>
            </a:r>
            <a:r>
              <a:rPr lang="en-US" sz="3200" dirty="0"/>
              <a:t>, </a:t>
            </a:r>
            <a:r>
              <a:rPr lang="en-US" sz="3200" dirty="0" err="1"/>
              <a:t>ma'lumot</a:t>
            </a:r>
            <a:r>
              <a:rPr lang="en-US" sz="3200" dirty="0"/>
              <a:t>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dirty="0" err="1"/>
              <a:t>hisoblash</a:t>
            </a:r>
            <a:r>
              <a:rPr lang="en-US" sz="3200" dirty="0"/>
              <a:t> </a:t>
            </a:r>
            <a:r>
              <a:rPr lang="en-US" sz="3200" dirty="0" err="1"/>
              <a:t>natijalarini</a:t>
            </a:r>
            <a:r>
              <a:rPr lang="en-US" sz="3200" dirty="0"/>
              <a:t> </a:t>
            </a:r>
            <a:r>
              <a:rPr lang="en-US" sz="3200" dirty="0" err="1"/>
              <a:t>yig'ish</a:t>
            </a:r>
            <a:r>
              <a:rPr lang="en-US" sz="3200" dirty="0"/>
              <a:t>, </a:t>
            </a:r>
            <a:r>
              <a:rPr lang="en-US" sz="3200" dirty="0" err="1"/>
              <a:t>qayta</a:t>
            </a:r>
            <a:r>
              <a:rPr lang="en-US" sz="3200" dirty="0"/>
              <a:t> </a:t>
            </a:r>
            <a:r>
              <a:rPr lang="en-US" sz="3200" dirty="0" err="1"/>
              <a:t>ishlash</a:t>
            </a:r>
            <a:r>
              <a:rPr lang="en-US" sz="3200" dirty="0"/>
              <a:t>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dirty="0" err="1"/>
              <a:t>namoyish</a:t>
            </a:r>
            <a:r>
              <a:rPr lang="en-US" sz="3200" dirty="0"/>
              <a:t> </a:t>
            </a:r>
            <a:r>
              <a:rPr lang="en-US" sz="3200" dirty="0" err="1"/>
              <a:t>qilish</a:t>
            </a:r>
            <a:r>
              <a:rPr lang="en-US" sz="3200" dirty="0"/>
              <a:t>, </a:t>
            </a:r>
            <a:r>
              <a:rPr lang="en-US" sz="3200" dirty="0" err="1"/>
              <a:t>shuningdek</a:t>
            </a:r>
            <a:r>
              <a:rPr lang="en-US" sz="3200" dirty="0"/>
              <a:t> </a:t>
            </a:r>
            <a:r>
              <a:rPr lang="en-US" sz="3200" dirty="0" err="1"/>
              <a:t>alohida</a:t>
            </a:r>
            <a:r>
              <a:rPr lang="en-US" sz="3200" dirty="0"/>
              <a:t> </a:t>
            </a:r>
            <a:r>
              <a:rPr lang="en-US" sz="3200" dirty="0" err="1"/>
              <a:t>ob'ektlarni</a:t>
            </a:r>
            <a:r>
              <a:rPr lang="en-US" sz="3200" dirty="0"/>
              <a:t>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dirty="0" err="1"/>
              <a:t>umuman</a:t>
            </a:r>
            <a:r>
              <a:rPr lang="en-US" sz="3200" dirty="0"/>
              <a:t> </a:t>
            </a:r>
            <a:r>
              <a:rPr lang="en-US" sz="3200" dirty="0" err="1"/>
              <a:t>avtomatlashtirilgan</a:t>
            </a:r>
            <a:r>
              <a:rPr lang="en-US" sz="3200" dirty="0"/>
              <a:t> </a:t>
            </a:r>
            <a:r>
              <a:rPr lang="en-US" sz="3200" dirty="0" err="1"/>
              <a:t>tizimlarni</a:t>
            </a:r>
            <a:r>
              <a:rPr lang="en-US" sz="3200" dirty="0"/>
              <a:t> </a:t>
            </a:r>
            <a:r>
              <a:rPr lang="en-US" sz="3200" dirty="0" err="1"/>
              <a:t>modellashtirish</a:t>
            </a:r>
            <a:r>
              <a:rPr lang="en-US" sz="3200" dirty="0"/>
              <a:t> </a:t>
            </a:r>
            <a:r>
              <a:rPr lang="en-US" sz="3200" dirty="0" err="1"/>
              <a:t>uchun</a:t>
            </a:r>
            <a:r>
              <a:rPr lang="en-US" sz="3200" dirty="0"/>
              <a:t> </a:t>
            </a:r>
            <a:r>
              <a:rPr lang="en-US" sz="3200" dirty="0" err="1"/>
              <a:t>amaliy</a:t>
            </a:r>
            <a:r>
              <a:rPr lang="en-US" sz="3200" dirty="0"/>
              <a:t> </a:t>
            </a:r>
            <a:r>
              <a:rPr lang="en-US" sz="3200" dirty="0" err="1"/>
              <a:t>dasturiy</a:t>
            </a:r>
            <a:r>
              <a:rPr lang="en-US" sz="3200" dirty="0"/>
              <a:t> </a:t>
            </a:r>
            <a:r>
              <a:rPr lang="en-US" sz="3200" dirty="0" err="1"/>
              <a:t>ta'minotni</a:t>
            </a:r>
            <a:r>
              <a:rPr lang="en-US" sz="3200" dirty="0"/>
              <a:t> </a:t>
            </a:r>
            <a:r>
              <a:rPr lang="en-US" sz="3200" dirty="0" err="1"/>
              <a:t>ishlab</a:t>
            </a:r>
            <a:r>
              <a:rPr lang="en-US" sz="3200" dirty="0"/>
              <a:t> </a:t>
            </a:r>
            <a:r>
              <a:rPr lang="en-US" sz="3200" dirty="0" err="1"/>
              <a:t>chiqishga</a:t>
            </a:r>
            <a:r>
              <a:rPr lang="en-US" sz="3200" dirty="0"/>
              <a:t> </a:t>
            </a:r>
            <a:r>
              <a:rPr lang="en-US" sz="3200" dirty="0" err="1"/>
              <a:t>imkon</a:t>
            </a:r>
            <a:r>
              <a:rPr lang="en-US" sz="3200" dirty="0"/>
              <a:t> </a:t>
            </a:r>
            <a:r>
              <a:rPr lang="en-US" sz="3200" dirty="0" err="1"/>
              <a:t>beradi</a:t>
            </a:r>
            <a:r>
              <a:rPr lang="en-US" sz="3200" dirty="0"/>
              <a:t>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LabVIEW da </a:t>
            </a:r>
            <a:r>
              <a:rPr lang="en-US" sz="3200" dirty="0" err="1"/>
              <a:t>yaratilgan</a:t>
            </a:r>
            <a:r>
              <a:rPr lang="en-US" sz="3200" dirty="0"/>
              <a:t> </a:t>
            </a:r>
            <a:r>
              <a:rPr lang="en-US" sz="3200" dirty="0" err="1"/>
              <a:t>dastur</a:t>
            </a:r>
            <a:r>
              <a:rPr lang="en-US" sz="3200" dirty="0"/>
              <a:t> Virtual </a:t>
            </a:r>
            <a:r>
              <a:rPr lang="en-US" sz="3200" dirty="0" err="1"/>
              <a:t>uskuna</a:t>
            </a:r>
            <a:r>
              <a:rPr lang="en-US" sz="3200" dirty="0"/>
              <a:t> </a:t>
            </a:r>
            <a:r>
              <a:rPr lang="en-US" sz="3200" dirty="0" err="1"/>
              <a:t>deyiladi</a:t>
            </a:r>
            <a:r>
              <a:rPr lang="en-US" sz="3200" dirty="0"/>
              <a:t> </a:t>
            </a:r>
            <a:r>
              <a:rPr lang="en-US" sz="3200" dirty="0" err="1"/>
              <a:t>va</a:t>
            </a:r>
            <a:r>
              <a:rPr lang="en-US" sz="3200" dirty="0"/>
              <a:t> u 4 </a:t>
            </a:r>
            <a:r>
              <a:rPr lang="en-US" sz="3200" dirty="0" err="1"/>
              <a:t>komponentdan</a:t>
            </a:r>
            <a:r>
              <a:rPr lang="en-US" sz="3200" dirty="0"/>
              <a:t> </a:t>
            </a:r>
            <a:r>
              <a:rPr lang="en-US" sz="3200" dirty="0" err="1"/>
              <a:t>iborat</a:t>
            </a:r>
            <a:r>
              <a:rPr lang="en-US" sz="3200" dirty="0"/>
              <a:t>: </a:t>
            </a:r>
            <a:r>
              <a:rPr lang="en-US" sz="3200" b="1" dirty="0" err="1"/>
              <a:t>yuza</a:t>
            </a:r>
            <a:r>
              <a:rPr lang="en-US" sz="3200" b="1" dirty="0"/>
              <a:t> panel</a:t>
            </a:r>
            <a:r>
              <a:rPr lang="en-US" sz="3200" dirty="0"/>
              <a:t>, </a:t>
            </a:r>
            <a:r>
              <a:rPr lang="en-US" sz="3200" b="1" dirty="0" err="1"/>
              <a:t>diagramma</a:t>
            </a:r>
            <a:r>
              <a:rPr lang="en-US" sz="3200" b="1" dirty="0"/>
              <a:t> </a:t>
            </a:r>
            <a:r>
              <a:rPr lang="en-US" sz="3200" b="1" dirty="0" err="1"/>
              <a:t>bloki</a:t>
            </a:r>
            <a:r>
              <a:rPr lang="en-US" sz="3200" dirty="0"/>
              <a:t>, </a:t>
            </a:r>
            <a:r>
              <a:rPr lang="en-US" sz="3200" b="1" dirty="0" err="1"/>
              <a:t>ikonka</a:t>
            </a:r>
            <a:r>
              <a:rPr lang="en-US" sz="3200" dirty="0"/>
              <a:t>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b="1" dirty="0" err="1"/>
              <a:t>bog’lanish</a:t>
            </a:r>
            <a:r>
              <a:rPr lang="en-US" sz="3200" b="1" dirty="0"/>
              <a:t> </a:t>
            </a:r>
            <a:r>
              <a:rPr lang="en-US" sz="3200" b="1" dirty="0" err="1"/>
              <a:t>paneli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297679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6FBAAD-F48D-EB77-F9D7-9D3ECB71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/>
              <a:t>Virtual </a:t>
            </a:r>
            <a:r>
              <a:rPr lang="en-US" sz="3200" dirty="0" err="1"/>
              <a:t>uskuna</a:t>
            </a:r>
            <a:r>
              <a:rPr lang="en-US" sz="3200" dirty="0"/>
              <a:t> </a:t>
            </a:r>
            <a:r>
              <a:rPr lang="en-US" sz="3200" dirty="0" err="1"/>
              <a:t>asosan</a:t>
            </a:r>
            <a:r>
              <a:rPr lang="en-US" sz="3200" dirty="0"/>
              <a:t> </a:t>
            </a:r>
            <a:r>
              <a:rPr lang="en-US" sz="3200" dirty="0" err="1"/>
              <a:t>ikki</a:t>
            </a:r>
            <a:r>
              <a:rPr lang="en-US" sz="3200" dirty="0"/>
              <a:t> </a:t>
            </a:r>
            <a:r>
              <a:rPr lang="en-US" sz="3200" dirty="0" err="1"/>
              <a:t>turdagi</a:t>
            </a:r>
            <a:r>
              <a:rPr lang="en-US" sz="3200" dirty="0"/>
              <a:t> </a:t>
            </a:r>
            <a:r>
              <a:rPr lang="en-US" sz="3200" dirty="0" err="1"/>
              <a:t>oynadan</a:t>
            </a:r>
            <a:r>
              <a:rPr lang="en-US" sz="3200" dirty="0"/>
              <a:t> </a:t>
            </a:r>
            <a:r>
              <a:rPr lang="en-US" sz="3200" dirty="0" err="1"/>
              <a:t>iborat</a:t>
            </a:r>
            <a:r>
              <a:rPr lang="en-US" sz="3200" dirty="0"/>
              <a:t>:</a:t>
            </a:r>
            <a:endParaRPr lang="ru-RU" sz="32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B9EDA0-80F4-A57E-FF4E-963C3016F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1. </a:t>
            </a:r>
            <a:r>
              <a:rPr lang="en-US" dirty="0" err="1"/>
              <a:t>Yuza</a:t>
            </a:r>
            <a:r>
              <a:rPr lang="en-US" dirty="0"/>
              <a:t> panel (Front Panel)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B63212E-F3C6-78D9-A17B-57E6332CF9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2. </a:t>
            </a:r>
            <a:r>
              <a:rPr lang="en-US" dirty="0" err="1"/>
              <a:t>Diagramma</a:t>
            </a:r>
            <a:r>
              <a:rPr lang="en-US" dirty="0"/>
              <a:t> </a:t>
            </a:r>
            <a:r>
              <a:rPr lang="en-US" dirty="0" err="1"/>
              <a:t>bloki</a:t>
            </a:r>
            <a:r>
              <a:rPr lang="en-US" dirty="0"/>
              <a:t> (Blok Diagram)</a:t>
            </a:r>
            <a:endParaRPr lang="ru-RU" dirty="0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0CD21BB4-E4FD-C0FE-9FA3-C2E13E8F9E0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74716" y="2891822"/>
            <a:ext cx="5684458" cy="3463258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29A7473-DC76-BDAF-A9E8-5A378B3ED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8" y="2891823"/>
            <a:ext cx="5102923" cy="346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06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5B4072C3-DDB4-F9F7-B87F-F7338B7D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26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 err="1"/>
              <a:t>Yuza</a:t>
            </a:r>
            <a:r>
              <a:rPr lang="en-US" sz="4400" dirty="0"/>
              <a:t> panel. </a:t>
            </a:r>
            <a:r>
              <a:rPr lang="en-US" sz="4400" dirty="0" err="1"/>
              <a:t>Boshqarish</a:t>
            </a:r>
            <a:r>
              <a:rPr lang="en-US" sz="4400" dirty="0"/>
              <a:t> </a:t>
            </a:r>
            <a:r>
              <a:rPr lang="en-US" sz="4400" dirty="0" err="1"/>
              <a:t>elementlari</a:t>
            </a:r>
            <a:r>
              <a:rPr lang="en-US" sz="4400" dirty="0"/>
              <a:t> </a:t>
            </a:r>
            <a:r>
              <a:rPr lang="en-US" sz="4400" dirty="0" err="1"/>
              <a:t>va</a:t>
            </a:r>
            <a:r>
              <a:rPr lang="en-US" sz="4400" dirty="0"/>
              <a:t> </a:t>
            </a:r>
            <a:r>
              <a:rPr lang="en-US" sz="4400" dirty="0" err="1"/>
              <a:t>indikatorlar</a:t>
            </a:r>
            <a:r>
              <a:rPr lang="en-US" sz="4400" dirty="0"/>
              <a:t>.</a:t>
            </a:r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EC12466-D985-1434-94F1-3E3241EAB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560"/>
            <a:ext cx="10994136" cy="5441315"/>
          </a:xfrm>
        </p:spPr>
        <p:txBody>
          <a:bodyPr/>
          <a:lstStyle/>
          <a:p>
            <a:pPr algn="just"/>
            <a:r>
              <a:rPr lang="en-US" dirty="0" err="1"/>
              <a:t>Yuza</a:t>
            </a:r>
            <a:r>
              <a:rPr lang="en-US" dirty="0"/>
              <a:t> panel </a:t>
            </a:r>
            <a:r>
              <a:rPr lang="en-US" dirty="0" err="1"/>
              <a:t>foydalanuvchi</a:t>
            </a:r>
            <a:r>
              <a:rPr lang="en-US" dirty="0"/>
              <a:t> </a:t>
            </a:r>
            <a:r>
              <a:rPr lang="en-US" dirty="0" err="1"/>
              <a:t>interfeysi</a:t>
            </a:r>
            <a:r>
              <a:rPr lang="en-US" dirty="0"/>
              <a:t> deb ham </a:t>
            </a:r>
            <a:r>
              <a:rPr lang="en-US" dirty="0" err="1"/>
              <a:t>aytiladi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dasturlash</a:t>
            </a:r>
            <a:r>
              <a:rPr lang="en-US" dirty="0"/>
              <a:t> </a:t>
            </a:r>
            <a:r>
              <a:rPr lang="en-US" dirty="0" err="1"/>
              <a:t>shu</a:t>
            </a:r>
            <a:r>
              <a:rPr lang="en-US" dirty="0"/>
              <a:t> </a:t>
            </a:r>
            <a:r>
              <a:rPr lang="en-US" dirty="0" err="1"/>
              <a:t>oynada</a:t>
            </a:r>
            <a:r>
              <a:rPr lang="en-US" dirty="0"/>
              <a:t> </a:t>
            </a:r>
            <a:r>
              <a:rPr lang="en-US" dirty="0" err="1"/>
              <a:t>amalga</a:t>
            </a:r>
            <a:r>
              <a:rPr lang="en-US" dirty="0"/>
              <a:t> </a:t>
            </a:r>
            <a:r>
              <a:rPr lang="en-US" dirty="0" err="1"/>
              <a:t>oshiriladi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Bu </a:t>
            </a:r>
            <a:r>
              <a:rPr lang="en-US" dirty="0" err="1"/>
              <a:t>oynaning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elementlari</a:t>
            </a:r>
            <a:r>
              <a:rPr lang="en-US" dirty="0"/>
              <a:t>: </a:t>
            </a:r>
          </a:p>
          <a:p>
            <a:pPr algn="just">
              <a:buFont typeface="Arial" panose="020B0604020202020204" pitchFamily="34" charset="0"/>
              <a:buChar char="–"/>
            </a:pPr>
            <a:r>
              <a:rPr lang="en-US" dirty="0" err="1"/>
              <a:t>Boshqaruv</a:t>
            </a:r>
            <a:r>
              <a:rPr lang="en-US" dirty="0"/>
              <a:t> </a:t>
            </a:r>
            <a:r>
              <a:rPr lang="en-US" dirty="0" err="1"/>
              <a:t>elementlari</a:t>
            </a:r>
            <a:r>
              <a:rPr lang="en-US" dirty="0"/>
              <a:t> (</a:t>
            </a:r>
            <a:r>
              <a:rPr lang="en-US" dirty="0" err="1"/>
              <a:t>tugmalar</a:t>
            </a:r>
            <a:r>
              <a:rPr lang="en-US" dirty="0"/>
              <a:t>, </a:t>
            </a:r>
            <a:r>
              <a:rPr lang="en-US" dirty="0" err="1"/>
              <a:t>sozlash</a:t>
            </a:r>
            <a:r>
              <a:rPr lang="en-US" dirty="0"/>
              <a:t> </a:t>
            </a:r>
            <a:r>
              <a:rPr lang="en-US" dirty="0" err="1"/>
              <a:t>kalitlari</a:t>
            </a:r>
            <a:r>
              <a:rPr lang="en-US" dirty="0"/>
              <a:t>, </a:t>
            </a:r>
            <a:r>
              <a:rPr lang="en-US" dirty="0" err="1"/>
              <a:t>buragichlar</a:t>
            </a:r>
            <a:r>
              <a:rPr lang="en-US" dirty="0"/>
              <a:t>)-</a:t>
            </a:r>
            <a:r>
              <a:rPr lang="en-US" dirty="0" err="1"/>
              <a:t>kirish</a:t>
            </a:r>
            <a:r>
              <a:rPr lang="en-US" dirty="0"/>
              <a:t>;</a:t>
            </a:r>
          </a:p>
          <a:p>
            <a:pPr algn="just">
              <a:buFont typeface="Arial" panose="020B0604020202020204" pitchFamily="34" charset="0"/>
              <a:buChar char="–"/>
            </a:pPr>
            <a:r>
              <a:rPr lang="en-US" dirty="0" err="1">
                <a:effectLst/>
              </a:rPr>
              <a:t>Indikatorlar</a:t>
            </a:r>
            <a:r>
              <a:rPr lang="en-US" dirty="0">
                <a:effectLst/>
              </a:rPr>
              <a:t> (</a:t>
            </a:r>
            <a:r>
              <a:rPr lang="en-US" dirty="0" err="1">
                <a:effectLst/>
              </a:rPr>
              <a:t>ekranlar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raqamli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displeylar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ko'rsatkichlar</a:t>
            </a:r>
            <a:r>
              <a:rPr lang="en-US" dirty="0">
                <a:effectLst/>
              </a:rPr>
              <a:t>)-</a:t>
            </a:r>
            <a:r>
              <a:rPr lang="en-US" dirty="0" err="1">
                <a:effectLst/>
              </a:rPr>
              <a:t>chiqishlar</a:t>
            </a:r>
            <a:r>
              <a:rPr lang="en-US" dirty="0">
                <a:effectLst/>
              </a:rPr>
              <a:t>.</a:t>
            </a:r>
          </a:p>
          <a:p>
            <a:pPr marL="0" indent="0" algn="just">
              <a:buNone/>
            </a:pPr>
            <a:r>
              <a:rPr lang="en-US" dirty="0" err="1"/>
              <a:t>Oynalar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uch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palitradan</a:t>
            </a:r>
            <a:r>
              <a:rPr lang="en-US" dirty="0"/>
              <a:t> </a:t>
            </a:r>
            <a:r>
              <a:rPr lang="en-US" dirty="0" err="1"/>
              <a:t>foydalaniladi</a:t>
            </a:r>
            <a:r>
              <a:rPr lang="en-US" dirty="0"/>
              <a:t>:</a:t>
            </a:r>
          </a:p>
          <a:p>
            <a:pPr marL="0" indent="0" algn="just">
              <a:buNone/>
            </a:pPr>
            <a:r>
              <a:rPr lang="en-US" dirty="0"/>
              <a:t>1. </a:t>
            </a:r>
            <a:r>
              <a:rPr lang="en-US" dirty="0" err="1"/>
              <a:t>Boshqaruv</a:t>
            </a:r>
            <a:r>
              <a:rPr lang="en-US" dirty="0"/>
              <a:t> (Controls Palette);</a:t>
            </a:r>
          </a:p>
          <a:p>
            <a:pPr marL="0" indent="0" algn="just">
              <a:buNone/>
            </a:pPr>
            <a:r>
              <a:rPr lang="en-US" dirty="0"/>
              <a:t>2. </a:t>
            </a:r>
            <a:r>
              <a:rPr lang="en-US" dirty="0" err="1"/>
              <a:t>Qurollar</a:t>
            </a:r>
            <a:r>
              <a:rPr lang="en-US" dirty="0"/>
              <a:t> (Tools Palette);</a:t>
            </a:r>
          </a:p>
          <a:p>
            <a:pPr marL="0" indent="0" algn="just">
              <a:buNone/>
            </a:pPr>
            <a:r>
              <a:rPr lang="en-US" dirty="0"/>
              <a:t>3. </a:t>
            </a:r>
            <a:r>
              <a:rPr lang="en-US" dirty="0" err="1"/>
              <a:t>Funktsiya</a:t>
            </a:r>
            <a:r>
              <a:rPr lang="en-US" dirty="0"/>
              <a:t> (</a:t>
            </a:r>
            <a:r>
              <a:rPr lang="en-US" dirty="0" err="1"/>
              <a:t>Funktions</a:t>
            </a:r>
            <a:r>
              <a:rPr lang="en-US" dirty="0"/>
              <a:t> Palette).</a:t>
            </a:r>
          </a:p>
          <a:p>
            <a:pPr marL="0" indent="0" algn="just">
              <a:buNone/>
            </a:pPr>
            <a:r>
              <a:rPr lang="en-US" dirty="0" err="1"/>
              <a:t>Yuza</a:t>
            </a:r>
            <a:r>
              <a:rPr lang="en-US" dirty="0"/>
              <a:t> </a:t>
            </a:r>
            <a:r>
              <a:rPr lang="en-US" dirty="0" err="1"/>
              <a:t>paneliga</a:t>
            </a:r>
            <a:r>
              <a:rPr lang="en-US" dirty="0"/>
              <a:t> </a:t>
            </a:r>
            <a:r>
              <a:rPr lang="en-US" dirty="0" err="1"/>
              <a:t>boshqaruv</a:t>
            </a:r>
            <a:r>
              <a:rPr lang="en-US" dirty="0"/>
              <a:t> </a:t>
            </a:r>
            <a:r>
              <a:rPr lang="en-US" dirty="0" err="1"/>
              <a:t>elementlari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indikatorlar</a:t>
            </a:r>
            <a:r>
              <a:rPr lang="en-US" dirty="0"/>
              <a:t> </a:t>
            </a:r>
            <a:r>
              <a:rPr lang="en-US" dirty="0" err="1"/>
              <a:t>Qurollar</a:t>
            </a:r>
            <a:r>
              <a:rPr lang="en-US" dirty="0"/>
              <a:t> </a:t>
            </a:r>
            <a:r>
              <a:rPr lang="en-US" dirty="0" err="1"/>
              <a:t>paneli</a:t>
            </a:r>
            <a:r>
              <a:rPr lang="en-US" dirty="0"/>
              <a:t> </a:t>
            </a:r>
            <a:r>
              <a:rPr lang="en-US" dirty="0" err="1"/>
              <a:t>yordamida</a:t>
            </a:r>
            <a:r>
              <a:rPr lang="en-US" dirty="0"/>
              <a:t> </a:t>
            </a:r>
            <a:r>
              <a:rPr lang="en-US" dirty="0" err="1"/>
              <a:t>hosil</a:t>
            </a:r>
            <a:r>
              <a:rPr lang="en-US" dirty="0"/>
              <a:t> </a:t>
            </a:r>
            <a:r>
              <a:rPr lang="en-US" dirty="0" err="1"/>
              <a:t>qilinadi</a:t>
            </a:r>
            <a:r>
              <a:rPr lang="en-US" dirty="0"/>
              <a:t>.  </a:t>
            </a:r>
            <a:endParaRPr lang="en-US" dirty="0">
              <a:effectLst/>
            </a:endParaRPr>
          </a:p>
          <a:p>
            <a:pPr algn="just"/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F28690E-81EE-4E0C-FCE6-116E9942F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3858003"/>
            <a:ext cx="4221480" cy="175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18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B52B037B-95D5-3B51-3AC6-B7B0438CD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963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Oynalarning</a:t>
            </a:r>
            <a:r>
              <a:rPr lang="en-US" dirty="0"/>
              <a:t> </a:t>
            </a:r>
            <a:r>
              <a:rPr lang="en-US" dirty="0" err="1"/>
              <a:t>tuzishi</a:t>
            </a:r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CF8053C-1154-3F6F-C710-AC02A088D748}"/>
              </a:ext>
            </a:extLst>
          </p:cNvPr>
          <p:cNvGrpSpPr/>
          <p:nvPr/>
        </p:nvGrpSpPr>
        <p:grpSpPr>
          <a:xfrm>
            <a:off x="2485906" y="1143000"/>
            <a:ext cx="7439643" cy="5322725"/>
            <a:chOff x="2485906" y="1143000"/>
            <a:chExt cx="7439643" cy="5322725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62FA1B49-B30C-928C-38D8-4BD755BE7110}"/>
                </a:ext>
              </a:extLst>
            </p:cNvPr>
            <p:cNvGrpSpPr/>
            <p:nvPr/>
          </p:nvGrpSpPr>
          <p:grpSpPr>
            <a:xfrm>
              <a:off x="2485906" y="1143000"/>
              <a:ext cx="7439643" cy="5322725"/>
              <a:chOff x="2834640" y="201168"/>
              <a:chExt cx="7439643" cy="5322725"/>
            </a:xfrm>
          </p:grpSpPr>
          <p:pic>
            <p:nvPicPr>
              <p:cNvPr id="14" name="Рисунок 13">
                <a:extLst>
                  <a:ext uri="{FF2B5EF4-FFF2-40B4-BE49-F238E27FC236}">
                    <a16:creationId xmlns:a16="http://schemas.microsoft.com/office/drawing/2014/main" id="{A0448EAC-74BB-E29C-DA6B-337A16E1E6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34640" y="201168"/>
                <a:ext cx="7439643" cy="5322725"/>
              </a:xfrm>
              <a:prstGeom prst="rect">
                <a:avLst/>
              </a:prstGeom>
            </p:spPr>
          </p:pic>
          <p:grpSp>
            <p:nvGrpSpPr>
              <p:cNvPr id="10" name="Группа 9">
                <a:extLst>
                  <a:ext uri="{FF2B5EF4-FFF2-40B4-BE49-F238E27FC236}">
                    <a16:creationId xmlns:a16="http://schemas.microsoft.com/office/drawing/2014/main" id="{39A4CFA3-CFCE-B4D7-1E42-1F3285BBD04C}"/>
                  </a:ext>
                </a:extLst>
              </p:cNvPr>
              <p:cNvGrpSpPr/>
              <p:nvPr/>
            </p:nvGrpSpPr>
            <p:grpSpPr>
              <a:xfrm>
                <a:off x="2982468" y="1326536"/>
                <a:ext cx="6227064" cy="1063620"/>
                <a:chOff x="2807208" y="1838600"/>
                <a:chExt cx="6227064" cy="1063620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C10B20E-A622-951F-7A5C-3CEF53ACF4BF}"/>
                    </a:ext>
                  </a:extLst>
                </p:cNvPr>
                <p:cNvSpPr txBox="1"/>
                <p:nvPr/>
              </p:nvSpPr>
              <p:spPr>
                <a:xfrm>
                  <a:off x="2807208" y="2148840"/>
                  <a:ext cx="1600200" cy="36933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err="1"/>
                    <a:t>Asosiy</a:t>
                  </a:r>
                  <a:r>
                    <a:rPr lang="en-US" dirty="0"/>
                    <a:t> </a:t>
                  </a:r>
                  <a:r>
                    <a:rPr lang="en-US" dirty="0" err="1"/>
                    <a:t>menyu</a:t>
                  </a:r>
                  <a:endParaRPr lang="ru-RU" dirty="0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04EDE2C-0BD1-B37B-C75F-4BC2724E0FBF}"/>
                    </a:ext>
                  </a:extLst>
                </p:cNvPr>
                <p:cNvSpPr txBox="1"/>
                <p:nvPr/>
              </p:nvSpPr>
              <p:spPr>
                <a:xfrm>
                  <a:off x="4288536" y="2532888"/>
                  <a:ext cx="2907792" cy="36933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err="1"/>
                    <a:t>Qurollar</a:t>
                  </a:r>
                  <a:r>
                    <a:rPr lang="en-US" dirty="0"/>
                    <a:t> </a:t>
                  </a:r>
                  <a:r>
                    <a:rPr lang="en-US" dirty="0" err="1"/>
                    <a:t>paneli</a:t>
                  </a:r>
                  <a:endParaRPr lang="ru-RU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BF4A4DE-ECFC-2C49-759F-93316C3718BF}"/>
                    </a:ext>
                  </a:extLst>
                </p:cNvPr>
                <p:cNvSpPr txBox="1"/>
                <p:nvPr/>
              </p:nvSpPr>
              <p:spPr>
                <a:xfrm>
                  <a:off x="7964424" y="2351794"/>
                  <a:ext cx="1069848" cy="36933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err="1"/>
                    <a:t>Ikonka</a:t>
                  </a:r>
                  <a:endParaRPr lang="ru-RU" dirty="0"/>
                </a:p>
              </p:txBody>
            </p:sp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AAC912EF-30F0-4AED-09B3-E7E8066053EA}"/>
                    </a:ext>
                  </a:extLst>
                </p:cNvPr>
                <p:cNvSpPr txBox="1"/>
                <p:nvPr/>
              </p:nvSpPr>
              <p:spPr>
                <a:xfrm>
                  <a:off x="6128004" y="1838600"/>
                  <a:ext cx="1918716" cy="36933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err="1"/>
                    <a:t>Bog’lanish</a:t>
                  </a:r>
                  <a:r>
                    <a:rPr lang="en-US" dirty="0"/>
                    <a:t> </a:t>
                  </a:r>
                  <a:r>
                    <a:rPr lang="en-US" dirty="0" err="1"/>
                    <a:t>paneli</a:t>
                  </a:r>
                  <a:endParaRPr lang="ru-RU" dirty="0"/>
                </a:p>
              </p:txBody>
            </p:sp>
          </p:grpSp>
          <p:grpSp>
            <p:nvGrpSpPr>
              <p:cNvPr id="15" name="Группа 14">
                <a:extLst>
                  <a:ext uri="{FF2B5EF4-FFF2-40B4-BE49-F238E27FC236}">
                    <a16:creationId xmlns:a16="http://schemas.microsoft.com/office/drawing/2014/main" id="{952914DC-2A06-5892-8FC9-E504B8053326}"/>
                  </a:ext>
                </a:extLst>
              </p:cNvPr>
              <p:cNvGrpSpPr/>
              <p:nvPr/>
            </p:nvGrpSpPr>
            <p:grpSpPr>
              <a:xfrm>
                <a:off x="3064764" y="4389120"/>
                <a:ext cx="6227064" cy="753380"/>
                <a:chOff x="2807208" y="2148840"/>
                <a:chExt cx="6227064" cy="753380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25C94C9-A45D-88C6-5C38-0744B84749DE}"/>
                    </a:ext>
                  </a:extLst>
                </p:cNvPr>
                <p:cNvSpPr txBox="1"/>
                <p:nvPr/>
              </p:nvSpPr>
              <p:spPr>
                <a:xfrm>
                  <a:off x="2807208" y="2148840"/>
                  <a:ext cx="1600200" cy="36933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err="1"/>
                    <a:t>Asosiy</a:t>
                  </a:r>
                  <a:r>
                    <a:rPr lang="en-US" dirty="0"/>
                    <a:t> </a:t>
                  </a:r>
                  <a:r>
                    <a:rPr lang="en-US" dirty="0" err="1"/>
                    <a:t>menyu</a:t>
                  </a:r>
                  <a:endParaRPr lang="ru-RU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78CBBC8-F2C2-D1E9-1A3B-14B3D1B86476}"/>
                    </a:ext>
                  </a:extLst>
                </p:cNvPr>
                <p:cNvSpPr txBox="1"/>
                <p:nvPr/>
              </p:nvSpPr>
              <p:spPr>
                <a:xfrm>
                  <a:off x="4288536" y="2532888"/>
                  <a:ext cx="2907792" cy="36933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err="1"/>
                    <a:t>Qurollar</a:t>
                  </a:r>
                  <a:r>
                    <a:rPr lang="en-US" dirty="0"/>
                    <a:t> </a:t>
                  </a:r>
                  <a:r>
                    <a:rPr lang="en-US" dirty="0" err="1"/>
                    <a:t>paneli</a:t>
                  </a:r>
                  <a:endParaRPr lang="ru-RU" dirty="0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45E4AE4-F30C-4EDC-5650-A90E75F68B89}"/>
                    </a:ext>
                  </a:extLst>
                </p:cNvPr>
                <p:cNvSpPr txBox="1"/>
                <p:nvPr/>
              </p:nvSpPr>
              <p:spPr>
                <a:xfrm>
                  <a:off x="7964424" y="2351794"/>
                  <a:ext cx="1069848" cy="36933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err="1"/>
                    <a:t>Ikonka</a:t>
                  </a:r>
                  <a:endParaRPr lang="ru-RU" dirty="0"/>
                </a:p>
              </p:txBody>
            </p:sp>
          </p:grpSp>
        </p:grpSp>
        <p:cxnSp>
          <p:nvCxnSpPr>
            <p:cNvPr id="4" name="Прямая со стрелкой 3">
              <a:extLst>
                <a:ext uri="{FF2B5EF4-FFF2-40B4-BE49-F238E27FC236}">
                  <a16:creationId xmlns:a16="http://schemas.microsoft.com/office/drawing/2014/main" id="{80D85798-7E22-07F6-1DA3-4B2201DE6275}"/>
                </a:ext>
              </a:extLst>
            </p:cNvPr>
            <p:cNvCxnSpPr/>
            <p:nvPr/>
          </p:nvCxnSpPr>
          <p:spPr>
            <a:xfrm flipV="1">
              <a:off x="7873246" y="2112264"/>
              <a:ext cx="987552" cy="315247"/>
            </a:xfrm>
            <a:prstGeom prst="straightConnector1">
              <a:avLst/>
            </a:prstGeom>
            <a:ln w="19050">
              <a:solidFill>
                <a:schemeClr val="bg2">
                  <a:lumMod val="2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970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93A161-B833-1DAE-0C4E-646D33FA4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242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menyulari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1642FA-C6D3-1F0C-1B32-C4EA2CCAE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3473251"/>
            <a:ext cx="10515600" cy="5253419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46A126-E8D0-15CF-1ABD-19A56673C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72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95804" y="365125"/>
            <a:ext cx="5717636" cy="394319"/>
          </a:xfrm>
          <a:prstGeom prst="rect">
            <a:avLst/>
          </a:prstGeo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3845CCC9-16BD-1094-CFDC-26DBAE002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644437"/>
              </p:ext>
            </p:extLst>
          </p:nvPr>
        </p:nvGraphicFramePr>
        <p:xfrm>
          <a:off x="1686560" y="981510"/>
          <a:ext cx="9667240" cy="57647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3551">
                  <a:extLst>
                    <a:ext uri="{9D8B030D-6E8A-4147-A177-3AD203B41FA5}">
                      <a16:colId xmlns:a16="http://schemas.microsoft.com/office/drawing/2014/main" val="1255736565"/>
                    </a:ext>
                  </a:extLst>
                </a:gridCol>
                <a:gridCol w="5993689">
                  <a:extLst>
                    <a:ext uri="{9D8B030D-6E8A-4147-A177-3AD203B41FA5}">
                      <a16:colId xmlns:a16="http://schemas.microsoft.com/office/drawing/2014/main" val="403977836"/>
                    </a:ext>
                  </a:extLst>
                </a:gridCol>
              </a:tblGrid>
              <a:tr h="475509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 err="1"/>
                        <a:t>Fayl</a:t>
                      </a:r>
                      <a:r>
                        <a:rPr lang="en-US" sz="2000" b="1" dirty="0"/>
                        <a:t> (File)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VQ </a:t>
                      </a:r>
                      <a:r>
                        <a:rPr lang="en-US" sz="2000" dirty="0" err="1"/>
                        <a:t>ni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ochish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yopish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saqlash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bosib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chiqarishu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469220"/>
                  </a:ext>
                </a:extLst>
              </a:tr>
              <a:tr h="820741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 err="1"/>
                        <a:t>Tahrirlash</a:t>
                      </a:r>
                      <a:r>
                        <a:rPr lang="en-US" sz="2000" b="1" dirty="0"/>
                        <a:t> (Edit)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VQ </a:t>
                      </a:r>
                      <a:r>
                        <a:rPr lang="en-US" sz="2000" dirty="0" err="1"/>
                        <a:t>ni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qidirish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tarkibiy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qismlariga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o'zgartirishlar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kiritish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786768"/>
                  </a:ext>
                </a:extLst>
              </a:tr>
              <a:tr h="820741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 err="1"/>
                        <a:t>Operatsiya</a:t>
                      </a:r>
                      <a:r>
                        <a:rPr lang="en-US" sz="2000" b="1" dirty="0"/>
                        <a:t> (Operate)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VQ </a:t>
                      </a:r>
                      <a:r>
                        <a:rPr lang="en-US" sz="2000" dirty="0" err="1"/>
                        <a:t>ishga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tushirish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to’xtatish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boshqa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boshqa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variantlarni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o’zgartirish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uchun</a:t>
                      </a:r>
                      <a:r>
                        <a:rPr lang="en-US" sz="2000" dirty="0"/>
                        <a:t> 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83560"/>
                  </a:ext>
                </a:extLst>
              </a:tr>
              <a:tr h="1172487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 err="1"/>
                        <a:t>Asboblar</a:t>
                      </a:r>
                      <a:r>
                        <a:rPr lang="en-US" sz="2000" b="1" dirty="0"/>
                        <a:t> (Tools)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err="1">
                          <a:effectLst/>
                        </a:rPr>
                        <a:t>uskunalar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va</a:t>
                      </a:r>
                      <a:r>
                        <a:rPr lang="en-US" sz="2000" dirty="0">
                          <a:effectLst/>
                        </a:rPr>
                        <a:t> DAQ </a:t>
                      </a:r>
                      <a:r>
                        <a:rPr lang="en-US" sz="2000" dirty="0" err="1">
                          <a:effectLst/>
                        </a:rPr>
                        <a:t>qurilmalari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bilan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aloqa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o’rnatish</a:t>
                      </a:r>
                      <a:r>
                        <a:rPr lang="en-US" sz="2000" dirty="0">
                          <a:effectLst/>
                        </a:rPr>
                        <a:t>, VQ-</a:t>
                      </a:r>
                      <a:r>
                        <a:rPr lang="en-US" sz="2000" dirty="0" err="1">
                          <a:effectLst/>
                        </a:rPr>
                        <a:t>ni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taqqoslash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dasturlarni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va</a:t>
                      </a:r>
                      <a:r>
                        <a:rPr lang="en-US" sz="2000" dirty="0">
                          <a:effectLst/>
                        </a:rPr>
                        <a:t> LabVIEW </a:t>
                      </a:r>
                      <a:r>
                        <a:rPr lang="en-US" sz="2000" dirty="0" err="1">
                          <a:effectLst/>
                        </a:rPr>
                        <a:t>konfiguratsiyasni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shakllantirish</a:t>
                      </a:r>
                      <a:r>
                        <a:rPr lang="en-US" sz="2000" dirty="0">
                          <a:effectLst/>
                        </a:rPr>
                        <a:t>.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970422"/>
                  </a:ext>
                </a:extLst>
              </a:tr>
              <a:tr h="475509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Browse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 VQ </a:t>
                      </a:r>
                      <a:r>
                        <a:rPr lang="en-US" sz="2000" dirty="0" err="1"/>
                        <a:t>va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uning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ierarxiyasi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bo’yicha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harakatlanish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514022"/>
                  </a:ext>
                </a:extLst>
              </a:tr>
              <a:tr h="475509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Window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LabVIEW </a:t>
                      </a:r>
                      <a:r>
                        <a:rPr lang="en-US" sz="2000" dirty="0" err="1"/>
                        <a:t>oynalari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palitralarini</a:t>
                      </a:r>
                      <a:r>
                        <a:rPr lang="en-US" sz="2000" dirty="0"/>
                        <a:t>  </a:t>
                      </a:r>
                      <a:r>
                        <a:rPr lang="en-US" sz="2000" dirty="0" err="1"/>
                        <a:t>ko’rsatish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577366"/>
                  </a:ext>
                </a:extLst>
              </a:tr>
              <a:tr h="1524233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 err="1"/>
                        <a:t>Yordam</a:t>
                      </a:r>
                      <a:r>
                        <a:rPr lang="en-US" sz="2000" b="1" dirty="0"/>
                        <a:t> (Help)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err="1"/>
                        <a:t>palitralar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menyular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asboblar</a:t>
                      </a:r>
                      <a:r>
                        <a:rPr lang="en-US" sz="2000" dirty="0"/>
                        <a:t>, VP </a:t>
                      </a:r>
                      <a:r>
                        <a:rPr lang="en-US" sz="2000" dirty="0" err="1"/>
                        <a:t>va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xususiyatlar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haqida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ma'lumot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olish</a:t>
                      </a:r>
                      <a:r>
                        <a:rPr lang="en-US" sz="2000" dirty="0"/>
                        <a:t>, LabVIEW </a:t>
                      </a:r>
                      <a:r>
                        <a:rPr lang="en-US" sz="2000" dirty="0" err="1"/>
                        <a:t>ni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qo’lladh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bo’yicha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bosqichma-bosqich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yo’riqnoma</a:t>
                      </a:r>
                      <a:r>
                        <a:rPr lang="en-US" sz="2000" dirty="0"/>
                        <a:t>  </a:t>
                      </a:r>
                      <a:r>
                        <a:rPr lang="en-US" sz="2000" dirty="0" err="1"/>
                        <a:t>va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kompyuter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xotirasi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haqida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ma'lumot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olish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428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304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675E76-05B3-BB91-423E-55F8D6701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00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Yuza</a:t>
            </a:r>
            <a:r>
              <a:rPr lang="en-US" dirty="0"/>
              <a:t> </a:t>
            </a:r>
            <a:r>
              <a:rPr lang="en-US" dirty="0" err="1"/>
              <a:t>panelining</a:t>
            </a:r>
            <a:r>
              <a:rPr lang="en-US" dirty="0"/>
              <a:t> </a:t>
            </a:r>
            <a:r>
              <a:rPr lang="en-US" dirty="0" err="1"/>
              <a:t>qurollar</a:t>
            </a:r>
            <a:r>
              <a:rPr lang="en-US" dirty="0"/>
              <a:t> </a:t>
            </a:r>
            <a:r>
              <a:rPr lang="en-US" dirty="0" err="1"/>
              <a:t>paneli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13B01B1-2F4D-B007-65CB-FB2EC2F10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4454" y="1565275"/>
            <a:ext cx="10325546" cy="5116337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A7AD94-5F3D-153B-C629-1B13BF5E1F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3394" y="965200"/>
            <a:ext cx="9887966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63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CB6982-EBFF-7163-3531-3BF720772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99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Diagrammalar</a:t>
            </a:r>
            <a:r>
              <a:rPr lang="en-US" dirty="0"/>
              <a:t> </a:t>
            </a:r>
            <a:r>
              <a:rPr lang="en-US" dirty="0" err="1"/>
              <a:t>bloki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50D828-3058-7582-ACEF-069C94C6B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1076960"/>
            <a:ext cx="11450320" cy="5415915"/>
          </a:xfrm>
        </p:spPr>
        <p:txBody>
          <a:bodyPr/>
          <a:lstStyle/>
          <a:p>
            <a:pPr algn="just"/>
            <a:r>
              <a:rPr lang="en-US" dirty="0" err="1"/>
              <a:t>Ushbu</a:t>
            </a:r>
            <a:r>
              <a:rPr lang="en-US" dirty="0"/>
              <a:t> </a:t>
            </a:r>
            <a:r>
              <a:rPr lang="en-US" dirty="0" err="1"/>
              <a:t>oyna</a:t>
            </a:r>
            <a:r>
              <a:rPr lang="en-US" dirty="0"/>
              <a:t> </a:t>
            </a:r>
            <a:r>
              <a:rPr lang="en-US" dirty="0" err="1"/>
              <a:t>Yuza</a:t>
            </a:r>
            <a:r>
              <a:rPr lang="en-US" dirty="0"/>
              <a:t> </a:t>
            </a:r>
            <a:r>
              <a:rPr lang="en-US" dirty="0" err="1"/>
              <a:t>panelida</a:t>
            </a:r>
            <a:r>
              <a:rPr lang="en-US" dirty="0"/>
              <a:t> </a:t>
            </a:r>
            <a:r>
              <a:rPr lang="en-US" dirty="0" err="1"/>
              <a:t>kiritilgan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algoritmini</a:t>
            </a:r>
            <a:r>
              <a:rPr lang="en-US" dirty="0"/>
              <a:t> </a:t>
            </a:r>
            <a:r>
              <a:rPr lang="en-US" dirty="0" err="1"/>
              <a:t>aks</a:t>
            </a:r>
            <a:r>
              <a:rPr lang="en-US" dirty="0"/>
              <a:t> </a:t>
            </a:r>
            <a:r>
              <a:rPr lang="en-US" dirty="0" err="1"/>
              <a:t>ettirib</a:t>
            </a:r>
            <a:r>
              <a:rPr lang="en-US" dirty="0"/>
              <a:t> </a:t>
            </a:r>
            <a:r>
              <a:rPr lang="en-US" dirty="0" err="1"/>
              <a:t>turadi</a:t>
            </a:r>
            <a:r>
              <a:rPr lang="en-US" dirty="0"/>
              <a:t>. Har </a:t>
            </a:r>
            <a:r>
              <a:rPr lang="en-US" dirty="0" err="1"/>
              <a:t>bitta</a:t>
            </a:r>
            <a:r>
              <a:rPr lang="en-US" dirty="0"/>
              <a:t> </a:t>
            </a:r>
            <a:r>
              <a:rPr lang="en-US" dirty="0" err="1"/>
              <a:t>boshqarish</a:t>
            </a:r>
            <a:r>
              <a:rPr lang="en-US" dirty="0"/>
              <a:t> </a:t>
            </a:r>
            <a:r>
              <a:rPr lang="en-US" dirty="0" err="1"/>
              <a:t>elementi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indicator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alohida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tugun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</a:t>
            </a:r>
            <a:r>
              <a:rPr lang="en-US" dirty="0"/>
              <a:t> </a:t>
            </a:r>
            <a:r>
              <a:rPr lang="en-US" dirty="0" err="1"/>
              <a:t>o’rtasidagi</a:t>
            </a:r>
            <a:r>
              <a:rPr lang="en-US" dirty="0"/>
              <a:t> </a:t>
            </a:r>
            <a:r>
              <a:rPr lang="en-US" dirty="0" err="1"/>
              <a:t>bog’lanishni</a:t>
            </a:r>
            <a:r>
              <a:rPr lang="en-US" dirty="0"/>
              <a:t> </a:t>
            </a:r>
            <a:r>
              <a:rPr lang="en-US" dirty="0" err="1"/>
              <a:t>diagramma</a:t>
            </a:r>
            <a:r>
              <a:rPr lang="en-US" dirty="0"/>
              <a:t> </a:t>
            </a:r>
            <a:r>
              <a:rPr lang="en-US" dirty="0" err="1"/>
              <a:t>ko’rinishida</a:t>
            </a:r>
            <a:r>
              <a:rPr lang="en-US" dirty="0"/>
              <a:t> </a:t>
            </a:r>
            <a:r>
              <a:rPr lang="en-US" dirty="0" err="1"/>
              <a:t>akslantiradi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B8C0DA-76D0-5DF6-4276-A77BCAA2D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50" y="2435698"/>
            <a:ext cx="6690940" cy="37341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BA6551-1D8E-EE37-3347-1F52010988F0}"/>
              </a:ext>
            </a:extLst>
          </p:cNvPr>
          <p:cNvSpPr txBox="1"/>
          <p:nvPr/>
        </p:nvSpPr>
        <p:spPr>
          <a:xfrm>
            <a:off x="7762240" y="2435698"/>
            <a:ext cx="37925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1- </a:t>
            </a:r>
            <a:r>
              <a:rPr lang="en-US" sz="2400" dirty="0" err="1"/>
              <a:t>Indikator</a:t>
            </a:r>
            <a:r>
              <a:rPr lang="en-US" sz="2400" dirty="0"/>
              <a:t> </a:t>
            </a:r>
            <a:r>
              <a:rPr lang="en-US" sz="2400" dirty="0" err="1"/>
              <a:t>terminallari</a:t>
            </a:r>
            <a:r>
              <a:rPr lang="en-US" sz="2400" dirty="0"/>
              <a:t>;</a:t>
            </a:r>
          </a:p>
          <a:p>
            <a:r>
              <a:rPr lang="en-US" sz="2400" dirty="0"/>
              <a:t>2- </a:t>
            </a:r>
            <a:r>
              <a:rPr lang="en-US" sz="2400" dirty="0" err="1"/>
              <a:t>Bog’lash</a:t>
            </a:r>
            <a:r>
              <a:rPr lang="en-US" sz="2400" dirty="0"/>
              <a:t> </a:t>
            </a:r>
            <a:r>
              <a:rPr lang="en-US" sz="2400" dirty="0" err="1"/>
              <a:t>simlari</a:t>
            </a:r>
            <a:r>
              <a:rPr lang="en-US" sz="2400" dirty="0"/>
              <a:t>;</a:t>
            </a:r>
          </a:p>
          <a:p>
            <a:r>
              <a:rPr lang="en-US" sz="2400" dirty="0"/>
              <a:t>3- </a:t>
            </a:r>
            <a:r>
              <a:rPr lang="en-US" sz="2400" dirty="0" err="1"/>
              <a:t>Tugunlar</a:t>
            </a:r>
            <a:r>
              <a:rPr lang="en-US" sz="2400" dirty="0"/>
              <a:t>;</a:t>
            </a:r>
          </a:p>
          <a:p>
            <a:r>
              <a:rPr lang="en-US" sz="2400" dirty="0"/>
              <a:t>4- </a:t>
            </a:r>
            <a:r>
              <a:rPr lang="en-US" sz="2400" dirty="0" err="1"/>
              <a:t>Boshqarish</a:t>
            </a:r>
            <a:r>
              <a:rPr lang="en-US" sz="2400" dirty="0"/>
              <a:t> </a:t>
            </a:r>
            <a:r>
              <a:rPr lang="en-US" sz="2400" dirty="0" err="1"/>
              <a:t>terminallari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1358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82733A-5E83-BB85-1BCB-99DFEAF7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568"/>
            <a:ext cx="10515600" cy="63055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Diagrammalar</a:t>
            </a:r>
            <a:r>
              <a:rPr lang="en-US" dirty="0"/>
              <a:t> </a:t>
            </a:r>
            <a:r>
              <a:rPr lang="en-US" dirty="0" err="1"/>
              <a:t>blokining</a:t>
            </a:r>
            <a:r>
              <a:rPr lang="en-US" dirty="0"/>
              <a:t> </a:t>
            </a:r>
            <a:r>
              <a:rPr lang="en-US" dirty="0" err="1"/>
              <a:t>qurollar</a:t>
            </a:r>
            <a:r>
              <a:rPr lang="en-US" dirty="0"/>
              <a:t> </a:t>
            </a:r>
            <a:r>
              <a:rPr lang="en-US" dirty="0" err="1"/>
              <a:t>paneli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2B0EECC-72B9-9869-6379-57542055F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2473" y="1838960"/>
            <a:ext cx="11229659" cy="3180080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8FF87A-8F7F-C2A6-EDB0-AEB44CE03D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1456" y="807122"/>
            <a:ext cx="7411983" cy="54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57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CB29A9-89D8-E7A5-5257-75849054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40" y="152400"/>
            <a:ext cx="10515600" cy="5695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Qurollar</a:t>
            </a:r>
            <a:r>
              <a:rPr lang="en-US" dirty="0"/>
              <a:t> </a:t>
            </a:r>
            <a:r>
              <a:rPr lang="en-US" dirty="0" err="1"/>
              <a:t>palitrasi</a:t>
            </a:r>
            <a:r>
              <a:rPr lang="en-US" dirty="0"/>
              <a:t> (</a:t>
            </a:r>
            <a:r>
              <a:rPr lang="en-US" dirty="0" err="1"/>
              <a:t>Shift+SO’T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D4966ED-207C-5A20-5C4A-F288017D0D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936434" y="196225"/>
            <a:ext cx="2164126" cy="6509375"/>
          </a:xfrm>
        </p:spPr>
      </p:pic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F1FE13A-9F34-FE1D-876B-A4D92E0187C8}"/>
              </a:ext>
            </a:extLst>
          </p:cNvPr>
          <p:cNvGrpSpPr/>
          <p:nvPr/>
        </p:nvGrpSpPr>
        <p:grpSpPr>
          <a:xfrm>
            <a:off x="91440" y="731520"/>
            <a:ext cx="9670739" cy="5974080"/>
            <a:chOff x="91440" y="731520"/>
            <a:chExt cx="9670739" cy="597408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9F6149EE-D99C-C626-C9F8-B0BA7E60C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" y="731520"/>
              <a:ext cx="993553" cy="597408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207229-9F70-4934-9862-7D66DCE49DD2}"/>
                </a:ext>
              </a:extLst>
            </p:cNvPr>
            <p:cNvSpPr txBox="1"/>
            <p:nvPr/>
          </p:nvSpPr>
          <p:spPr>
            <a:xfrm>
              <a:off x="1084993" y="803910"/>
              <a:ext cx="8667179" cy="55399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tIns="0" bIns="0" rtlCol="0">
              <a:spAutoFit/>
            </a:bodyPr>
            <a:lstStyle/>
            <a:p>
              <a:r>
                <a:rPr lang="en-US" dirty="0"/>
                <a:t>“</a:t>
              </a:r>
              <a:r>
                <a:rPr lang="en-US" dirty="0" err="1"/>
                <a:t>Ko'rsatkich</a:t>
              </a:r>
              <a:r>
                <a:rPr lang="en-US" dirty="0"/>
                <a:t> </a:t>
              </a:r>
              <a:r>
                <a:rPr lang="en-US" dirty="0" err="1"/>
                <a:t>barmog'i</a:t>
              </a:r>
              <a:r>
                <a:rPr lang="en-US" dirty="0"/>
                <a:t>" (Operate Value) – </a:t>
              </a:r>
              <a:r>
                <a:rPr lang="en-US" dirty="0" err="1"/>
                <a:t>regulyator</a:t>
              </a:r>
              <a:r>
                <a:rPr lang="en-US" dirty="0"/>
                <a:t>, </a:t>
              </a:r>
              <a:r>
                <a:rPr lang="en-US" dirty="0" err="1"/>
                <a:t>konstantalarning</a:t>
              </a:r>
              <a:r>
                <a:rPr lang="en-US" dirty="0"/>
                <a:t> </a:t>
              </a:r>
              <a:r>
                <a:rPr lang="en-US" dirty="0" err="1"/>
                <a:t>qiymatlarini</a:t>
              </a:r>
              <a:r>
                <a:rPr lang="en-US" dirty="0"/>
                <a:t> </a:t>
              </a:r>
              <a:r>
                <a:rPr lang="en-US" dirty="0" err="1"/>
                <a:t>o'zgartirish</a:t>
              </a:r>
              <a:r>
                <a:rPr lang="en-US" dirty="0"/>
                <a:t>, </a:t>
              </a:r>
              <a:r>
                <a:rPr lang="en-US" dirty="0" err="1"/>
                <a:t>tugmachalarni</a:t>
              </a:r>
              <a:r>
                <a:rPr lang="en-US" dirty="0"/>
                <a:t> </a:t>
              </a:r>
              <a:r>
                <a:rPr lang="en-US" dirty="0" err="1"/>
                <a:t>bosish</a:t>
              </a:r>
              <a:r>
                <a:rPr lang="en-US" dirty="0"/>
                <a:t>. </a:t>
              </a:r>
              <a:endParaRPr lang="ru-RU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316B57-6938-514C-9141-86602086171C}"/>
                </a:ext>
              </a:extLst>
            </p:cNvPr>
            <p:cNvSpPr txBox="1"/>
            <p:nvPr/>
          </p:nvSpPr>
          <p:spPr>
            <a:xfrm>
              <a:off x="1064980" y="1371721"/>
              <a:ext cx="8687192" cy="55399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tIns="0" bIns="0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 err="1"/>
                <a:t>Strelka</a:t>
              </a:r>
              <a:r>
                <a:rPr lang="en-US" dirty="0"/>
                <a:t> (position/Size/Select) -</a:t>
              </a:r>
              <a:r>
                <a:rPr lang="en-US" dirty="0" err="1"/>
                <a:t>Elementlarning</a:t>
              </a:r>
              <a:r>
                <a:rPr lang="en-US" dirty="0"/>
                <a:t> </a:t>
              </a:r>
              <a:r>
                <a:rPr lang="en-US" dirty="0" err="1"/>
                <a:t>o'lchamlarini</a:t>
              </a:r>
              <a:r>
                <a:rPr lang="en-US" dirty="0"/>
                <a:t> </a:t>
              </a:r>
              <a:r>
                <a:rPr lang="en-US" dirty="0" err="1"/>
                <a:t>o'zgartirishga</a:t>
              </a:r>
              <a:r>
                <a:rPr lang="en-US" dirty="0"/>
                <a:t>, </a:t>
              </a:r>
              <a:r>
                <a:rPr lang="en-US" dirty="0" err="1"/>
                <a:t>ularni</a:t>
              </a:r>
              <a:r>
                <a:rPr lang="en-US" dirty="0"/>
                <a:t> </a:t>
              </a:r>
              <a:r>
                <a:rPr lang="en-US" dirty="0" err="1"/>
                <a:t>bir-biriga</a:t>
              </a:r>
              <a:r>
                <a:rPr lang="en-US" dirty="0"/>
                <a:t> </a:t>
              </a:r>
              <a:r>
                <a:rPr lang="en-US" dirty="0" err="1"/>
                <a:t>guruhlashga</a:t>
              </a:r>
              <a:r>
                <a:rPr lang="en-US" dirty="0"/>
                <a:t> </a:t>
              </a:r>
              <a:r>
                <a:rPr lang="en-US" dirty="0" err="1"/>
                <a:t>imkon</a:t>
              </a:r>
              <a:r>
                <a:rPr lang="en-US" dirty="0"/>
                <a:t> </a:t>
              </a:r>
              <a:r>
                <a:rPr lang="en-US" dirty="0" err="1"/>
                <a:t>beradi</a:t>
              </a:r>
              <a:r>
                <a:rPr lang="en-US" dirty="0"/>
                <a:t>.</a:t>
              </a:r>
              <a:endParaRPr lang="ru-RU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EF5175-9B6E-7E6F-B649-E7B73D57E162}"/>
                </a:ext>
              </a:extLst>
            </p:cNvPr>
            <p:cNvSpPr txBox="1"/>
            <p:nvPr/>
          </p:nvSpPr>
          <p:spPr>
            <a:xfrm>
              <a:off x="1074987" y="1935244"/>
              <a:ext cx="8687192" cy="77210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tIns="108000" bIns="108000" rtlCol="0">
              <a:spAutoFit/>
            </a:bodyPr>
            <a:lstStyle/>
            <a:p>
              <a:r>
                <a:rPr lang="en-US" dirty="0"/>
                <a:t> “</a:t>
              </a:r>
              <a:r>
                <a:rPr lang="en-US" dirty="0" err="1"/>
                <a:t>Matn</a:t>
              </a:r>
              <a:r>
                <a:rPr lang="en-US" dirty="0"/>
                <a:t>" (</a:t>
              </a:r>
              <a:r>
                <a:rPr lang="en-US" dirty="0" err="1"/>
                <a:t>matnni</a:t>
              </a:r>
              <a:r>
                <a:rPr lang="en-US" dirty="0"/>
                <a:t> </a:t>
              </a:r>
              <a:r>
                <a:rPr lang="en-US" dirty="0" err="1"/>
                <a:t>tahrirlash</a:t>
              </a:r>
              <a:r>
                <a:rPr lang="en-US" dirty="0"/>
                <a:t>) – LabVIEW </a:t>
              </a:r>
              <a:r>
                <a:rPr lang="en-US" dirty="0" err="1"/>
                <a:t>ish</a:t>
              </a:r>
              <a:r>
                <a:rPr lang="en-US" dirty="0"/>
                <a:t> </a:t>
              </a:r>
              <a:r>
                <a:rPr lang="en-US" dirty="0" err="1"/>
                <a:t>maydonining</a:t>
              </a:r>
              <a:r>
                <a:rPr lang="en-US" dirty="0"/>
                <a:t> </a:t>
              </a:r>
              <a:r>
                <a:rPr lang="en-US" dirty="0" err="1"/>
                <a:t>istalgan</a:t>
              </a:r>
              <a:r>
                <a:rPr lang="en-US" dirty="0"/>
                <a:t> </a:t>
              </a:r>
              <a:r>
                <a:rPr lang="en-US" dirty="0" err="1"/>
                <a:t>joyidagi</a:t>
              </a:r>
              <a:r>
                <a:rPr lang="en-US" dirty="0"/>
                <a:t> </a:t>
              </a:r>
              <a:r>
                <a:rPr lang="en-US" dirty="0" err="1"/>
                <a:t>matn</a:t>
              </a:r>
              <a:r>
                <a:rPr lang="en-US" dirty="0"/>
                <a:t> </a:t>
              </a:r>
              <a:r>
                <a:rPr lang="en-US" dirty="0" err="1"/>
                <a:t>maydonlarini</a:t>
              </a:r>
              <a:r>
                <a:rPr lang="en-US" dirty="0"/>
                <a:t> </a:t>
              </a:r>
              <a:r>
                <a:rPr lang="en-US" dirty="0" err="1"/>
                <a:t>o'zgartirishga</a:t>
              </a:r>
              <a:r>
                <a:rPr lang="en-US" dirty="0"/>
                <a:t> </a:t>
              </a:r>
              <a:r>
                <a:rPr lang="en-US" dirty="0" err="1"/>
                <a:t>imkon</a:t>
              </a:r>
              <a:r>
                <a:rPr lang="en-US" dirty="0"/>
                <a:t> </a:t>
              </a:r>
              <a:r>
                <a:rPr lang="en-US" dirty="0" err="1"/>
                <a:t>beradi</a:t>
              </a:r>
              <a:r>
                <a:rPr lang="en-US" dirty="0"/>
                <a:t>.</a:t>
              </a:r>
              <a:endParaRPr lang="ru-RU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2F6B45D-6A6A-AEEF-34BC-6C1486A6F895}"/>
                </a:ext>
              </a:extLst>
            </p:cNvPr>
            <p:cNvSpPr txBox="1"/>
            <p:nvPr/>
          </p:nvSpPr>
          <p:spPr>
            <a:xfrm>
              <a:off x="1064980" y="2707072"/>
              <a:ext cx="8687192" cy="74956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tIns="216000" bIns="252000" rtlCol="0">
              <a:spAutoFit/>
            </a:bodyPr>
            <a:lstStyle/>
            <a:p>
              <a:r>
                <a:rPr lang="en-US" dirty="0"/>
                <a:t> “</a:t>
              </a:r>
              <a:r>
                <a:rPr lang="en-US" dirty="0" err="1"/>
                <a:t>G’altak</a:t>
              </a:r>
              <a:r>
                <a:rPr lang="en-US" dirty="0"/>
                <a:t>" (Connect Wire) – </a:t>
              </a:r>
              <a:r>
                <a:rPr lang="en-US" dirty="0" err="1"/>
                <a:t>diagrammadagi</a:t>
              </a:r>
              <a:r>
                <a:rPr lang="en-US" dirty="0"/>
                <a:t> </a:t>
              </a:r>
              <a:r>
                <a:rPr lang="en-US" dirty="0" err="1"/>
                <a:t>simlarni</a:t>
              </a:r>
              <a:r>
                <a:rPr lang="en-US" dirty="0"/>
                <a:t> </a:t>
              </a:r>
              <a:r>
                <a:rPr lang="en-US" dirty="0" err="1"/>
                <a:t>yotqizish</a:t>
              </a:r>
              <a:r>
                <a:rPr lang="en-US" dirty="0"/>
                <a:t> </a:t>
              </a:r>
              <a:r>
                <a:rPr lang="en-US" dirty="0" err="1"/>
                <a:t>va</a:t>
              </a:r>
              <a:r>
                <a:rPr lang="en-US" dirty="0"/>
                <a:t> </a:t>
              </a:r>
              <a:r>
                <a:rPr lang="en-US" dirty="0" err="1"/>
                <a:t>ulash</a:t>
              </a:r>
              <a:r>
                <a:rPr lang="en-US" dirty="0"/>
                <a:t> </a:t>
              </a:r>
              <a:r>
                <a:rPr lang="en-US" dirty="0" err="1"/>
                <a:t>uchun</a:t>
              </a:r>
              <a:r>
                <a:rPr lang="en-US" dirty="0"/>
                <a:t> </a:t>
              </a:r>
              <a:r>
                <a:rPr lang="en-US" dirty="0" err="1"/>
                <a:t>ishlatiladi</a:t>
              </a:r>
              <a:r>
                <a:rPr lang="en-US" dirty="0"/>
                <a:t>.</a:t>
              </a:r>
              <a:endParaRPr lang="ru-RU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EF4B7B3-CE71-3B2A-2772-A08BB88A29B1}"/>
                </a:ext>
              </a:extLst>
            </p:cNvPr>
            <p:cNvSpPr txBox="1"/>
            <p:nvPr/>
          </p:nvSpPr>
          <p:spPr>
            <a:xfrm>
              <a:off x="1064980" y="3457232"/>
              <a:ext cx="8687192" cy="55399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tIns="0" bIns="0" rtlCol="0">
              <a:spAutoFit/>
            </a:bodyPr>
            <a:lstStyle/>
            <a:p>
              <a:r>
                <a:rPr lang="en-US" dirty="0"/>
                <a:t>“</a:t>
              </a:r>
              <a:r>
                <a:rPr lang="en-US" dirty="0" err="1"/>
                <a:t>Xususiyatlar</a:t>
              </a:r>
              <a:r>
                <a:rPr lang="en-US" dirty="0"/>
                <a:t> </a:t>
              </a:r>
              <a:r>
                <a:rPr lang="en-US" dirty="0" err="1"/>
                <a:t>qalqib</a:t>
              </a:r>
              <a:r>
                <a:rPr lang="en-US" dirty="0"/>
                <a:t> </a:t>
              </a:r>
              <a:r>
                <a:rPr lang="en-US" dirty="0" err="1"/>
                <a:t>chiquvchi</a:t>
              </a:r>
              <a:r>
                <a:rPr lang="en-US" dirty="0"/>
                <a:t> </a:t>
              </a:r>
              <a:r>
                <a:rPr lang="en-US" dirty="0" err="1"/>
                <a:t>menyusi</a:t>
              </a:r>
              <a:r>
                <a:rPr lang="en-US" dirty="0"/>
                <a:t>" (Object Shortcut </a:t>
              </a:r>
              <a:r>
                <a:rPr lang="en-US" dirty="0" err="1"/>
                <a:t>menyusi</a:t>
              </a:r>
              <a:r>
                <a:rPr lang="en-US" dirty="0"/>
                <a:t>) – </a:t>
              </a:r>
              <a:r>
                <a:rPr lang="en-US" dirty="0" err="1"/>
                <a:t>sichqonchaning</a:t>
              </a:r>
              <a:r>
                <a:rPr lang="en-US" dirty="0"/>
                <a:t> </a:t>
              </a:r>
              <a:r>
                <a:rPr lang="en-US" dirty="0" err="1"/>
                <a:t>o'ng</a:t>
              </a:r>
              <a:r>
                <a:rPr lang="en-US" dirty="0"/>
                <a:t> </a:t>
              </a:r>
              <a:r>
                <a:rPr lang="en-US" dirty="0" err="1"/>
                <a:t>tugmasi</a:t>
              </a:r>
              <a:r>
                <a:rPr lang="en-US" dirty="0"/>
                <a:t> </a:t>
              </a:r>
              <a:r>
                <a:rPr lang="en-US" dirty="0" err="1"/>
                <a:t>bilan</a:t>
              </a:r>
              <a:r>
                <a:rPr lang="en-US" dirty="0"/>
                <a:t> </a:t>
              </a:r>
              <a:r>
                <a:rPr lang="en-US" dirty="0" err="1"/>
                <a:t>bir</a:t>
              </a:r>
              <a:r>
                <a:rPr lang="en-US" dirty="0"/>
                <a:t> </a:t>
              </a:r>
              <a:r>
                <a:rPr lang="en-US" dirty="0" err="1"/>
                <a:t>xil</a:t>
              </a:r>
              <a:r>
                <a:rPr lang="en-US" dirty="0"/>
                <a:t>. </a:t>
              </a:r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95720C5-014F-983C-47B0-B8C20ADDAB9C}"/>
                </a:ext>
              </a:extLst>
            </p:cNvPr>
            <p:cNvSpPr txBox="1"/>
            <p:nvPr/>
          </p:nvSpPr>
          <p:spPr>
            <a:xfrm>
              <a:off x="1074833" y="4011230"/>
              <a:ext cx="8687192" cy="73575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tIns="108000" bIns="72000" rtlCol="0">
              <a:spAutoFit/>
            </a:bodyPr>
            <a:lstStyle/>
            <a:p>
              <a:r>
                <a:rPr lang="en-US" dirty="0"/>
                <a:t>“</a:t>
              </a:r>
              <a:r>
                <a:rPr lang="en-US" dirty="0" err="1"/>
                <a:t>Barmoq</a:t>
              </a:r>
              <a:r>
                <a:rPr lang="en-US" dirty="0"/>
                <a:t>" (</a:t>
              </a:r>
              <a:r>
                <a:rPr lang="en-US" dirty="0" err="1"/>
                <a:t>aylantirish</a:t>
              </a:r>
              <a:r>
                <a:rPr lang="en-US" dirty="0"/>
                <a:t> </a:t>
              </a:r>
              <a:r>
                <a:rPr lang="en-US" dirty="0" err="1"/>
                <a:t>oynasi</a:t>
              </a:r>
              <a:r>
                <a:rPr lang="en-US" dirty="0"/>
                <a:t>)-old </a:t>
              </a:r>
              <a:r>
                <a:rPr lang="en-US" dirty="0" err="1"/>
                <a:t>panelning</a:t>
              </a:r>
              <a:r>
                <a:rPr lang="en-US" dirty="0"/>
                <a:t> </a:t>
              </a:r>
              <a:r>
                <a:rPr lang="en-US" dirty="0" err="1"/>
                <a:t>ish</a:t>
              </a:r>
              <a:r>
                <a:rPr lang="en-US" dirty="0"/>
                <a:t> </a:t>
              </a:r>
              <a:r>
                <a:rPr lang="en-US" dirty="0" err="1"/>
                <a:t>maydonini</a:t>
              </a:r>
              <a:r>
                <a:rPr lang="en-US" dirty="0"/>
                <a:t> </a:t>
              </a:r>
              <a:r>
                <a:rPr lang="en-US" dirty="0" err="1"/>
                <a:t>yoki</a:t>
              </a:r>
              <a:r>
                <a:rPr lang="en-US" dirty="0"/>
                <a:t> </a:t>
              </a:r>
              <a:r>
                <a:rPr lang="en-US" dirty="0" err="1"/>
                <a:t>blok</a:t>
              </a:r>
              <a:r>
                <a:rPr lang="en-US" dirty="0"/>
                <a:t> </a:t>
              </a:r>
              <a:r>
                <a:rPr lang="en-US" dirty="0" err="1"/>
                <a:t>diagrammasini</a:t>
              </a:r>
              <a:r>
                <a:rPr lang="en-US" dirty="0"/>
                <a:t> </a:t>
              </a:r>
              <a:r>
                <a:rPr lang="en-US" dirty="0" err="1"/>
                <a:t>dastur</a:t>
              </a:r>
              <a:r>
                <a:rPr lang="en-US" dirty="0"/>
                <a:t> </a:t>
              </a:r>
              <a:r>
                <a:rPr lang="en-US" dirty="0" err="1"/>
                <a:t>oynasiga</a:t>
              </a:r>
              <a:r>
                <a:rPr lang="en-US" dirty="0"/>
                <a:t> </a:t>
              </a:r>
              <a:r>
                <a:rPr lang="en-US" dirty="0" err="1"/>
                <a:t>nisbatan</a:t>
              </a:r>
              <a:r>
                <a:rPr lang="en-US" dirty="0"/>
                <a:t> </a:t>
              </a:r>
              <a:r>
                <a:rPr lang="en-US" dirty="0" err="1"/>
                <a:t>istalgan</a:t>
              </a:r>
              <a:r>
                <a:rPr lang="en-US" dirty="0"/>
                <a:t> </a:t>
              </a:r>
              <a:r>
                <a:rPr lang="en-US" dirty="0" err="1"/>
                <a:t>yo'nalishda</a:t>
              </a:r>
              <a:r>
                <a:rPr lang="en-US" dirty="0"/>
                <a:t> </a:t>
              </a:r>
              <a:r>
                <a:rPr lang="en-US" dirty="0" err="1"/>
                <a:t>harakatlantiradi</a:t>
              </a:r>
              <a:r>
                <a:rPr lang="en-US" dirty="0"/>
                <a:t>.</a:t>
              </a:r>
              <a:endParaRPr lang="ru-RU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F7D498-C593-93A8-0334-FDD3B222EA68}"/>
                </a:ext>
              </a:extLst>
            </p:cNvPr>
            <p:cNvSpPr txBox="1"/>
            <p:nvPr/>
          </p:nvSpPr>
          <p:spPr>
            <a:xfrm>
              <a:off x="1064980" y="4752154"/>
              <a:ext cx="8687192" cy="59034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tIns="36000" bIns="0" rtlCol="0">
              <a:spAutoFit/>
            </a:bodyPr>
            <a:lstStyle/>
            <a:p>
              <a:r>
                <a:rPr lang="en-US" dirty="0"/>
                <a:t>“</a:t>
              </a:r>
              <a:r>
                <a:rPr lang="en-US" dirty="0" err="1"/>
                <a:t>To’xtatish</a:t>
              </a:r>
              <a:r>
                <a:rPr lang="en-US" dirty="0"/>
                <a:t> </a:t>
              </a:r>
              <a:r>
                <a:rPr lang="en-US" dirty="0" err="1"/>
                <a:t>nuqtasi</a:t>
              </a:r>
              <a:r>
                <a:rPr lang="en-US" dirty="0"/>
                <a:t>" (set / Clear Breakpoint) – VP disk </a:t>
              </a:r>
              <a:r>
                <a:rPr lang="en-US" dirty="0" err="1"/>
                <a:t>raskadrovka</a:t>
              </a:r>
              <a:r>
                <a:rPr lang="en-US" dirty="0"/>
                <a:t> </a:t>
              </a:r>
              <a:r>
                <a:rPr lang="en-US" dirty="0" err="1"/>
                <a:t>paytida</a:t>
              </a:r>
              <a:r>
                <a:rPr lang="en-US" dirty="0"/>
                <a:t> </a:t>
              </a:r>
              <a:r>
                <a:rPr lang="en-US" dirty="0" err="1"/>
                <a:t>ishlatiladi</a:t>
              </a:r>
              <a:r>
                <a:rPr lang="en-US" dirty="0"/>
                <a:t>. Har </a:t>
              </a:r>
              <a:r>
                <a:rPr lang="en-US" dirty="0" err="1"/>
                <a:t>qanday</a:t>
              </a:r>
              <a:r>
                <a:rPr lang="en-US" dirty="0"/>
                <a:t> VP </a:t>
              </a:r>
              <a:r>
                <a:rPr lang="en-US" dirty="0" err="1"/>
                <a:t>tuguniga</a:t>
              </a:r>
              <a:r>
                <a:rPr lang="en-US" dirty="0"/>
                <a:t> </a:t>
              </a:r>
              <a:r>
                <a:rPr lang="en-US" dirty="0" err="1"/>
                <a:t>to'xtash</a:t>
              </a:r>
              <a:r>
                <a:rPr lang="en-US" dirty="0"/>
                <a:t> </a:t>
              </a:r>
              <a:r>
                <a:rPr lang="en-US" dirty="0" err="1"/>
                <a:t>nuqtasini</a:t>
              </a:r>
              <a:r>
                <a:rPr lang="en-US" dirty="0"/>
                <a:t> </a:t>
              </a:r>
              <a:r>
                <a:rPr lang="en-US" dirty="0" err="1"/>
                <a:t>tayinlaydi</a:t>
              </a:r>
              <a:r>
                <a:rPr lang="en-US" dirty="0"/>
                <a:t>/</a:t>
              </a:r>
              <a:r>
                <a:rPr lang="en-US" dirty="0" err="1"/>
                <a:t>olib</a:t>
              </a:r>
              <a:r>
                <a:rPr lang="en-US" dirty="0"/>
                <a:t> </a:t>
              </a:r>
              <a:r>
                <a:rPr lang="en-US" dirty="0" err="1"/>
                <a:t>tashlaydi</a:t>
              </a:r>
              <a:r>
                <a:rPr lang="en-US" dirty="0"/>
                <a:t>. </a:t>
              </a:r>
              <a:endParaRPr lang="ru-RU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74FF55E-13C3-C62F-AFB0-C4008C9C5069}"/>
                </a:ext>
              </a:extLst>
            </p:cNvPr>
            <p:cNvSpPr txBox="1"/>
            <p:nvPr/>
          </p:nvSpPr>
          <p:spPr>
            <a:xfrm>
              <a:off x="1064980" y="5341868"/>
              <a:ext cx="8687192" cy="55399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tIns="0" bIns="0" rtlCol="0">
              <a:spAutoFit/>
            </a:bodyPr>
            <a:lstStyle/>
            <a:p>
              <a:r>
                <a:rPr lang="en-US" dirty="0"/>
                <a:t>“</a:t>
              </a:r>
              <a:r>
                <a:rPr lang="en-US" dirty="0" err="1"/>
                <a:t>Probnik</a:t>
              </a:r>
              <a:r>
                <a:rPr lang="en-US" dirty="0"/>
                <a:t>" (Probe Data) – </a:t>
              </a:r>
              <a:r>
                <a:rPr lang="en-US" dirty="0" err="1"/>
                <a:t>blok-Diagrammaning</a:t>
              </a:r>
              <a:r>
                <a:rPr lang="en-US" dirty="0"/>
                <a:t> </a:t>
              </a:r>
              <a:r>
                <a:rPr lang="en-US" dirty="0" err="1"/>
                <a:t>har</a:t>
              </a:r>
              <a:r>
                <a:rPr lang="en-US" dirty="0"/>
                <a:t> </a:t>
              </a:r>
              <a:r>
                <a:rPr lang="en-US" dirty="0" err="1"/>
                <a:t>qanday</a:t>
              </a:r>
              <a:r>
                <a:rPr lang="en-US" dirty="0"/>
                <a:t> </a:t>
              </a:r>
              <a:r>
                <a:rPr lang="en-US" dirty="0" err="1"/>
                <a:t>sababi</a:t>
              </a:r>
              <a:r>
                <a:rPr lang="en-US" dirty="0"/>
                <a:t> </a:t>
              </a:r>
              <a:r>
                <a:rPr lang="en-US" dirty="0" err="1"/>
                <a:t>bo'yicha</a:t>
              </a:r>
              <a:r>
                <a:rPr lang="en-US" dirty="0"/>
                <a:t> </a:t>
              </a:r>
              <a:r>
                <a:rPr lang="en-US" dirty="0" err="1"/>
                <a:t>uzatiladigan</a:t>
              </a:r>
              <a:r>
                <a:rPr lang="en-US" dirty="0"/>
                <a:t> </a:t>
              </a:r>
              <a:r>
                <a:rPr lang="en-US" dirty="0" err="1"/>
                <a:t>ma'lumotlar</a:t>
              </a:r>
              <a:r>
                <a:rPr lang="en-US" dirty="0"/>
                <a:t> </a:t>
              </a:r>
              <a:r>
                <a:rPr lang="en-US" dirty="0" err="1"/>
                <a:t>qiymatlarini</a:t>
              </a:r>
              <a:r>
                <a:rPr lang="en-US" dirty="0"/>
                <a:t> </a:t>
              </a:r>
              <a:r>
                <a:rPr lang="en-US" dirty="0" err="1"/>
                <a:t>ko'rish</a:t>
              </a:r>
              <a:r>
                <a:rPr lang="en-US" dirty="0"/>
                <a:t> </a:t>
              </a:r>
              <a:r>
                <a:rPr lang="en-US" dirty="0" err="1"/>
                <a:t>uchun</a:t>
              </a:r>
              <a:r>
                <a:rPr lang="en-US" dirty="0"/>
                <a:t> </a:t>
              </a:r>
              <a:r>
                <a:rPr lang="en-US" dirty="0" err="1"/>
                <a:t>ishlatiladi</a:t>
              </a:r>
              <a:r>
                <a:rPr lang="en-US" dirty="0"/>
                <a:t>.</a:t>
              </a:r>
              <a:endParaRPr lang="ru-RU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484DDE7-39CE-C3BC-3AE5-F79AC4A2131F}"/>
                </a:ext>
              </a:extLst>
            </p:cNvPr>
            <p:cNvSpPr txBox="1"/>
            <p:nvPr/>
          </p:nvSpPr>
          <p:spPr>
            <a:xfrm>
              <a:off x="1064980" y="5891557"/>
              <a:ext cx="8687192" cy="31335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tIns="36000" bIns="0" rtlCol="0">
              <a:spAutoFit/>
            </a:bodyPr>
            <a:lstStyle/>
            <a:p>
              <a:r>
                <a:rPr lang="en-US" dirty="0"/>
                <a:t>“</a:t>
              </a:r>
              <a:r>
                <a:rPr lang="en-US" dirty="0" err="1"/>
                <a:t>Pipetka</a:t>
              </a:r>
              <a:r>
                <a:rPr lang="en-US" dirty="0"/>
                <a:t>" (</a:t>
              </a:r>
              <a:r>
                <a:rPr lang="en-US" dirty="0" err="1"/>
                <a:t>rangni</a:t>
              </a:r>
              <a:r>
                <a:rPr lang="en-US" dirty="0"/>
                <a:t> </a:t>
              </a:r>
              <a:r>
                <a:rPr lang="en-US" dirty="0" err="1"/>
                <a:t>oling</a:t>
              </a:r>
              <a:r>
                <a:rPr lang="en-US" dirty="0"/>
                <a:t>) – </a:t>
              </a:r>
              <a:r>
                <a:rPr lang="en-US" dirty="0" err="1"/>
                <a:t>tanlangan</a:t>
              </a:r>
              <a:r>
                <a:rPr lang="en-US" dirty="0"/>
                <a:t> </a:t>
              </a:r>
              <a:r>
                <a:rPr lang="en-US" dirty="0" err="1"/>
                <a:t>ob'ektning</a:t>
              </a:r>
              <a:r>
                <a:rPr lang="en-US" dirty="0"/>
                <a:t> </a:t>
              </a:r>
              <a:r>
                <a:rPr lang="en-US" dirty="0" err="1"/>
                <a:t>rangini</a:t>
              </a:r>
              <a:r>
                <a:rPr lang="en-US" dirty="0"/>
                <a:t> </a:t>
              </a:r>
              <a:r>
                <a:rPr lang="en-US" dirty="0" err="1"/>
                <a:t>eslab</a:t>
              </a:r>
              <a:r>
                <a:rPr lang="en-US" dirty="0"/>
                <a:t> </a:t>
              </a:r>
              <a:r>
                <a:rPr lang="en-US" dirty="0" err="1"/>
                <a:t>qoladi</a:t>
              </a:r>
              <a:r>
                <a:rPr lang="en-US" dirty="0"/>
                <a:t>.</a:t>
              </a:r>
              <a:endParaRPr lang="ru-RU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11DEBE5-DEB8-EF62-8E77-45F4AE21DD71}"/>
                </a:ext>
              </a:extLst>
            </p:cNvPr>
            <p:cNvSpPr txBox="1"/>
            <p:nvPr/>
          </p:nvSpPr>
          <p:spPr>
            <a:xfrm>
              <a:off x="1064980" y="6206370"/>
              <a:ext cx="8687192" cy="46487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tIns="0" bIns="0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dirty="0"/>
                <a:t>“</a:t>
              </a:r>
              <a:r>
                <a:rPr lang="en-US" dirty="0" err="1"/>
                <a:t>Ranglar</a:t>
              </a:r>
              <a:r>
                <a:rPr lang="en-US" dirty="0"/>
                <a:t> </a:t>
              </a:r>
              <a:r>
                <a:rPr lang="en-US" dirty="0" err="1"/>
                <a:t>palitrasi</a:t>
              </a:r>
              <a:r>
                <a:rPr lang="en-US" dirty="0"/>
                <a:t>" </a:t>
              </a:r>
              <a:r>
                <a:rPr lang="en-US" dirty="0" err="1"/>
                <a:t>va</a:t>
              </a:r>
              <a:r>
                <a:rPr lang="en-US" dirty="0"/>
                <a:t> "</a:t>
              </a:r>
              <a:r>
                <a:rPr lang="en-US" dirty="0" err="1"/>
                <a:t>cho'tka</a:t>
              </a:r>
              <a:r>
                <a:rPr lang="en-US" dirty="0"/>
                <a:t>" – </a:t>
              </a:r>
              <a:r>
                <a:rPr lang="en-US" dirty="0" err="1"/>
                <a:t>fon</a:t>
              </a:r>
              <a:r>
                <a:rPr lang="en-US" dirty="0"/>
                <a:t> </a:t>
              </a:r>
              <a:r>
                <a:rPr lang="en-US" dirty="0" err="1"/>
                <a:t>va</a:t>
              </a:r>
              <a:r>
                <a:rPr lang="en-US" dirty="0"/>
                <a:t> </a:t>
              </a:r>
              <a:r>
                <a:rPr lang="en-US" dirty="0" err="1"/>
                <a:t>matn</a:t>
              </a:r>
              <a:r>
                <a:rPr lang="en-US" dirty="0"/>
                <a:t> </a:t>
              </a:r>
              <a:r>
                <a:rPr lang="en-US" dirty="0" err="1"/>
                <a:t>rangini</a:t>
              </a:r>
              <a:r>
                <a:rPr lang="en-US" dirty="0"/>
                <a:t> </a:t>
              </a:r>
              <a:r>
                <a:rPr lang="en-US" dirty="0" err="1"/>
                <a:t>tanlashga</a:t>
              </a:r>
              <a:r>
                <a:rPr lang="en-US" dirty="0"/>
                <a:t>, </a:t>
              </a:r>
              <a:r>
                <a:rPr lang="en-US" dirty="0" err="1"/>
                <a:t>shuningdek</a:t>
              </a:r>
              <a:r>
                <a:rPr lang="en-US" dirty="0"/>
                <a:t> </a:t>
              </a:r>
              <a:r>
                <a:rPr lang="en-US" dirty="0" err="1"/>
                <a:t>tanlangan</a:t>
              </a:r>
              <a:r>
                <a:rPr lang="en-US" dirty="0"/>
                <a:t> </a:t>
              </a:r>
              <a:r>
                <a:rPr lang="en-US" dirty="0" err="1"/>
                <a:t>ob'ektni</a:t>
              </a:r>
              <a:r>
                <a:rPr lang="en-US" dirty="0"/>
                <a:t> </a:t>
              </a:r>
              <a:r>
                <a:rPr lang="en-US" dirty="0" err="1"/>
                <a:t>bo'yashga</a:t>
              </a:r>
              <a:r>
                <a:rPr lang="en-US" dirty="0"/>
                <a:t> </a:t>
              </a:r>
              <a:r>
                <a:rPr lang="en-US" dirty="0" err="1"/>
                <a:t>imkon</a:t>
              </a:r>
              <a:r>
                <a:rPr lang="en-US" dirty="0"/>
                <a:t> </a:t>
              </a:r>
              <a:r>
                <a:rPr lang="en-US" dirty="0" err="1"/>
                <a:t>beradi</a:t>
              </a:r>
              <a:r>
                <a:rPr lang="en-US" dirty="0"/>
                <a:t>.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7700700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601</Words>
  <Application>Microsoft Office PowerPoint</Application>
  <PresentationFormat>Широкоэкранный</PresentationFormat>
  <Paragraphs>64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LABVIEW MUHITIDA ISHLASH </vt:lpstr>
      <vt:lpstr>Reja</vt:lpstr>
      <vt:lpstr>Презентация PowerPoint</vt:lpstr>
      <vt:lpstr>Virtual uskuna asosan ikki turdagi oynadan iborat:</vt:lpstr>
      <vt:lpstr>Yuza panel. Boshqarish elementlari va indikatorlar.</vt:lpstr>
      <vt:lpstr>Oynalarning tuzishi</vt:lpstr>
      <vt:lpstr>Asosiy menyulari </vt:lpstr>
      <vt:lpstr>Yuza panelining qurollar paneli </vt:lpstr>
      <vt:lpstr>Diagrammalar bloki</vt:lpstr>
      <vt:lpstr>Diagrammalar blokining qurollar paneli </vt:lpstr>
      <vt:lpstr>Qurollar palitrasi (Shift+SO’T)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ORGTech</dc:creator>
  <cp:lastModifiedBy>ORGTech</cp:lastModifiedBy>
  <cp:revision>5</cp:revision>
  <dcterms:created xsi:type="dcterms:W3CDTF">2024-09-29T17:39:05Z</dcterms:created>
  <dcterms:modified xsi:type="dcterms:W3CDTF">2024-11-02T08:09:45Z</dcterms:modified>
</cp:coreProperties>
</file>