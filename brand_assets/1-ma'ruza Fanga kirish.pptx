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2" r:id="rId1"/>
  </p:sldMasterIdLst>
  <p:notesMasterIdLst>
    <p:notesMasterId r:id="rId8"/>
  </p:notesMasterIdLst>
  <p:handoutMasterIdLst>
    <p:handoutMasterId r:id="rId9"/>
  </p:handoutMasterIdLst>
  <p:sldIdLst>
    <p:sldId id="257" r:id="rId2"/>
    <p:sldId id="263" r:id="rId3"/>
    <p:sldId id="259" r:id="rId4"/>
    <p:sldId id="262" r:id="rId5"/>
    <p:sldId id="261" r:id="rId6"/>
    <p:sldId id="260" r:id="rId7"/>
  </p:sldIdLst>
  <p:sldSz cx="12192000" cy="6858000"/>
  <p:notesSz cx="6858000" cy="9144000"/>
  <p:defaultTextStyle>
    <a:defPPr rtl="0"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5" d="100"/>
          <a:sy n="85" d="100"/>
        </p:scale>
        <p:origin x="51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24" d="100"/>
          <a:sy n="124" d="100"/>
        </p:scale>
        <p:origin x="4950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3" name="Дата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79F2607F-EAB8-462D-9596-B11A1C51125F}" type="datetime1">
              <a:rPr lang="ru-RU" smtClean="0"/>
              <a:t>02.11.2024</a:t>
            </a:fld>
            <a:endParaRPr lang="en-US" dirty="0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5" name="Номер слайда 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A975D426-A9DD-4244-A2CE-1FB6623742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2484457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150EC31D-9C0F-4EDB-9AC9-93AE84D7514D}" type="datetime1">
              <a:rPr lang="ru-RU" smtClean="0"/>
              <a:t>02.11.2024</a:t>
            </a:fld>
            <a:endParaRPr lang="en-US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en-US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ru"/>
              <a:t>Щелкните, чтобы изменить стили текста образца слайда</a:t>
            </a:r>
            <a:endParaRPr lang="en-US"/>
          </a:p>
          <a:p>
            <a:pPr lvl="1" rtl="0"/>
            <a:r>
              <a:rPr lang="ru"/>
              <a:t>Второй уровень</a:t>
            </a:r>
          </a:p>
          <a:p>
            <a:pPr lvl="2" rtl="0"/>
            <a:r>
              <a:rPr lang="ru"/>
              <a:t>Третий уровень</a:t>
            </a:r>
          </a:p>
          <a:p>
            <a:pPr lvl="3" rtl="0"/>
            <a:r>
              <a:rPr lang="ru"/>
              <a:t>Четвертый уровень</a:t>
            </a:r>
          </a:p>
          <a:p>
            <a:pPr lvl="4" rtl="0"/>
            <a:r>
              <a:rPr lang="ru"/>
              <a:t>Пятый уровень</a:t>
            </a:r>
            <a:endParaRPr lang="en-US"/>
          </a:p>
        </p:txBody>
      </p:sp>
      <p:sp>
        <p:nvSpPr>
          <p:cNvPr id="6" name="Нижний колонтитул 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7" name="Номер слайда 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01B41D33-19C8-4450-B3C5-BE83E9C8F0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1455252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/>
        </p:nvSpPr>
        <p:spPr>
          <a:xfrm>
            <a:off x="446534" y="3085764"/>
            <a:ext cx="11298932" cy="3338149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Заголовок 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rtlCol="0" anchor="b">
            <a:normAutofit/>
          </a:bodyPr>
          <a:lstStyle>
            <a:lvl1pPr>
              <a:defRPr sz="3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Подзаголовок 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rtlCol="0"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rtl="0"/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8" name="Дата 7">
            <a:extLst>
              <a:ext uri="{FF2B5EF4-FFF2-40B4-BE49-F238E27FC236}">
                <a16:creationId xmlns:a16="http://schemas.microsoft.com/office/drawing/2014/main" id="{7FA0ACE7-29A8-47D3-A7D9-257B711D8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1948E6C3-8E12-426B-A56F-861F8B162AC6}" type="datetime1">
              <a:rPr lang="ru-RU" smtClean="0"/>
              <a:t>02.11.2024</a:t>
            </a:fld>
            <a:endParaRPr lang="en-US" dirty="0"/>
          </a:p>
        </p:txBody>
      </p:sp>
      <p:sp>
        <p:nvSpPr>
          <p:cNvPr id="9" name="Нижний колонтитул 8">
            <a:extLst>
              <a:ext uri="{FF2B5EF4-FFF2-40B4-BE49-F238E27FC236}">
                <a16:creationId xmlns:a16="http://schemas.microsoft.com/office/drawing/2014/main" id="{DEC604B9-52E9-4810-8359-47206518D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10" name="Номер слайда 9">
            <a:extLst>
              <a:ext uri="{FF2B5EF4-FFF2-40B4-BE49-F238E27FC236}">
                <a16:creationId xmlns:a16="http://schemas.microsoft.com/office/drawing/2014/main" id="{5898A89F-CA25-400F-B05A-AECBF2517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00175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 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188720"/>
          </a:xfrm>
        </p:spPr>
        <p:txBody>
          <a:bodyPr rtlCol="0"/>
          <a:lstStyle/>
          <a:p>
            <a:pPr rtl="0"/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81192" y="2340864"/>
            <a:ext cx="11029615" cy="3634486"/>
          </a:xfrm>
        </p:spPr>
        <p:txBody>
          <a:bodyPr rtlCol="0"/>
          <a:lstStyle/>
          <a:p>
            <a:pPr lvl="0" rtl="0"/>
            <a:r>
              <a:rPr lang="ru-RU"/>
              <a:t>Образец текста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8" name="Дата 7">
            <a:extLst>
              <a:ext uri="{FF2B5EF4-FFF2-40B4-BE49-F238E27FC236}">
                <a16:creationId xmlns:a16="http://schemas.microsoft.com/office/drawing/2014/main" id="{770E6237-3456-439F-802D-3BA93FC7E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6E13CF11-4D7C-4367-8D00-578223D03103}" type="datetime1">
              <a:rPr lang="ru-RU" smtClean="0"/>
              <a:t>02.11.2024</a:t>
            </a:fld>
            <a:endParaRPr lang="en-US" dirty="0"/>
          </a:p>
        </p:txBody>
      </p:sp>
      <p:sp>
        <p:nvSpPr>
          <p:cNvPr id="9" name="Нижний колонтитул 8">
            <a:extLst>
              <a:ext uri="{FF2B5EF4-FFF2-40B4-BE49-F238E27FC236}">
                <a16:creationId xmlns:a16="http://schemas.microsoft.com/office/drawing/2014/main" id="{1356D3B5-6063-4A89-B88F-9D3043916F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10" name="Номер слайда 9">
            <a:extLst>
              <a:ext uri="{FF2B5EF4-FFF2-40B4-BE49-F238E27FC236}">
                <a16:creationId xmlns:a16="http://schemas.microsoft.com/office/drawing/2014/main" id="{02B78BF7-69D3-4CE0-A631-50EFD41EEE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24434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Заголовок 1"/>
          <p:cNvSpPr>
            <a:spLocks noGrp="1"/>
          </p:cNvSpPr>
          <p:nvPr>
            <p:ph type="title"/>
          </p:nvPr>
        </p:nvSpPr>
        <p:spPr>
          <a:xfrm>
            <a:off x="581193" y="2393950"/>
            <a:ext cx="11029615" cy="2147467"/>
          </a:xfrm>
        </p:spPr>
        <p:txBody>
          <a:bodyPr rtlCol="0" anchor="b">
            <a:normAutofit/>
          </a:bodyPr>
          <a:lstStyle>
            <a:lvl1pPr algn="l">
              <a:defRPr sz="3600" b="0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rtlCol="0"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ru-RU"/>
              <a:t>Образец текста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61582016-5696-4A93-887F-BBB3B9002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4540FCE8-CB6C-4798-845F-C8260D76B307}" type="datetime1">
              <a:rPr lang="ru-RU" smtClean="0"/>
              <a:t>02.11.2024</a:t>
            </a:fld>
            <a:endParaRPr lang="en-US" dirty="0"/>
          </a:p>
        </p:txBody>
      </p:sp>
      <p:sp>
        <p:nvSpPr>
          <p:cNvPr id="9" name="Нижний колонтитул 8">
            <a:extLst>
              <a:ext uri="{FF2B5EF4-FFF2-40B4-BE49-F238E27FC236}">
                <a16:creationId xmlns:a16="http://schemas.microsoft.com/office/drawing/2014/main" id="{857CFCD5-1192-4E18-8A8F-29E153B44D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10" name="Номер слайда 9">
            <a:extLst>
              <a:ext uri="{FF2B5EF4-FFF2-40B4-BE49-F238E27FC236}">
                <a16:creationId xmlns:a16="http://schemas.microsoft.com/office/drawing/2014/main" id="{E39A109E-5018-4794-92B3-FD5E5BCD9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6809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 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 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 rtlCol="0"/>
          <a:lstStyle/>
          <a:p>
            <a:pPr rtl="0"/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194767" cy="3633047"/>
          </a:xfrm>
        </p:spPr>
        <p:txBody>
          <a:bodyPr rtlCol="0">
            <a:normAutofit/>
          </a:bodyPr>
          <a:lstStyle/>
          <a:p>
            <a:pPr lvl="0" rtl="0"/>
            <a:r>
              <a:rPr lang="ru-RU"/>
              <a:t>Образец текста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416039" y="2228003"/>
            <a:ext cx="5194769" cy="3633047"/>
          </a:xfrm>
        </p:spPr>
        <p:txBody>
          <a:bodyPr rtlCol="0">
            <a:normAutofit/>
          </a:bodyPr>
          <a:lstStyle/>
          <a:p>
            <a:pPr lvl="0" rtl="0"/>
            <a:r>
              <a:rPr lang="ru-RU"/>
              <a:t>Образец текста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93C13A7E-4C64-47B0-B355-B165BE4012BA}" type="datetime1">
              <a:rPr lang="ru-RU" smtClean="0"/>
              <a:t>02.11.2024</a:t>
            </a:fld>
            <a:endParaRPr lang="en-US" dirty="0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7" name="Номер слайда 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33232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Заголовок 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 rtlCol="0"/>
          <a:lstStyle/>
          <a:p>
            <a:pPr rtl="0"/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581191" y="2250891"/>
            <a:ext cx="5194769" cy="557784"/>
          </a:xfrm>
        </p:spPr>
        <p:txBody>
          <a:bodyPr rtlCol="0" anchor="ctr">
            <a:noAutofit/>
          </a:bodyPr>
          <a:lstStyle>
            <a:lvl1pPr marL="0" indent="0">
              <a:buNone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194766" cy="2934999"/>
          </a:xfrm>
        </p:spPr>
        <p:txBody>
          <a:bodyPr rtlCol="0" anchor="t">
            <a:normAutofit/>
          </a:bodyPr>
          <a:lstStyle/>
          <a:p>
            <a:pPr lvl="0" rtl="0"/>
            <a:r>
              <a:rPr lang="ru-RU"/>
              <a:t>Образец текста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416039" y="2250892"/>
            <a:ext cx="5194770" cy="553373"/>
          </a:xfrm>
        </p:spPr>
        <p:txBody>
          <a:bodyPr rtlCol="0" anchor="ctr">
            <a:no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416037" y="2926052"/>
            <a:ext cx="5194771" cy="2934999"/>
          </a:xfrm>
        </p:spPr>
        <p:txBody>
          <a:bodyPr rtlCol="0" anchor="t">
            <a:normAutofit/>
          </a:bodyPr>
          <a:lstStyle/>
          <a:p>
            <a:pPr lvl="0" rtl="0"/>
            <a:r>
              <a:rPr lang="ru-RU"/>
              <a:t>Образец текста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731CA3B4-5CE4-4976-BBFE-4E91C7258FC5}" type="datetime1">
              <a:rPr lang="ru-RU" smtClean="0"/>
              <a:t>02.11.2024</a:t>
            </a:fld>
            <a:endParaRPr lang="en-US" dirty="0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9" name="Номер слайда 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8046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Заголовок 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 rtlCol="0"/>
          <a:lstStyle/>
          <a:p>
            <a:pPr rtl="0"/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D5316041-DA7D-4734-AA8C-761AB09393E2}" type="datetime1">
              <a:rPr lang="ru-RU" smtClean="0"/>
              <a:t>02.11.2024</a:t>
            </a:fld>
            <a:endParaRPr lang="en-US" dirty="0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5" name="Номер слайда 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9363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8692EF8B-D3DF-4216-96A1-1B1DE794B37A}" type="datetime1">
              <a:rPr lang="ru-RU" smtClean="0"/>
              <a:t>02.11.2024</a:t>
            </a:fld>
            <a:endParaRPr lang="en-US" dirty="0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4" name="Номер слайда 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94949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/>
          <p:cNvSpPr>
            <a:spLocks noChangeAspect="1"/>
          </p:cNvSpPr>
          <p:nvPr/>
        </p:nvSpPr>
        <p:spPr>
          <a:xfrm>
            <a:off x="447817" y="601200"/>
            <a:ext cx="3682723" cy="5815475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Заголовок 1"/>
          <p:cNvSpPr>
            <a:spLocks noGrp="1"/>
          </p:cNvSpPr>
          <p:nvPr>
            <p:ph type="title"/>
          </p:nvPr>
        </p:nvSpPr>
        <p:spPr>
          <a:xfrm>
            <a:off x="767857" y="933450"/>
            <a:ext cx="3031852" cy="1722419"/>
          </a:xfrm>
        </p:spPr>
        <p:txBody>
          <a:bodyPr rtlCol="0" anchor="b">
            <a:normAutofit/>
          </a:bodyPr>
          <a:lstStyle>
            <a:lvl1pPr algn="l">
              <a:defRPr sz="2400" b="0">
                <a:solidFill>
                  <a:srgbClr val="FFFFFF"/>
                </a:solidFill>
              </a:defRPr>
            </a:lvl1pPr>
          </a:lstStyle>
          <a:p>
            <a:pPr rtl="0"/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900928" y="1179829"/>
            <a:ext cx="6650991" cy="4658216"/>
          </a:xfrm>
        </p:spPr>
        <p:txBody>
          <a:bodyPr rtlCol="0"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 rtl="0"/>
            <a:r>
              <a:rPr lang="ru-RU"/>
              <a:t>Образец текста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767857" y="2836654"/>
            <a:ext cx="3031852" cy="3001392"/>
          </a:xfrm>
        </p:spPr>
        <p:txBody>
          <a:bodyPr rtlCol="0" anchor="t">
            <a:normAutofit/>
          </a:bodyPr>
          <a:lstStyle>
            <a:lvl1pPr marL="0" indent="0" algn="l">
              <a:buNone/>
              <a:defRPr sz="1600">
                <a:solidFill>
                  <a:srgbClr val="FFFFFF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ru-RU"/>
              <a:t>Образец текста</a:t>
            </a:r>
          </a:p>
        </p:txBody>
      </p:sp>
      <p:sp>
        <p:nvSpPr>
          <p:cNvPr id="8" name="Дата 7">
            <a:extLst>
              <a:ext uri="{FF2B5EF4-FFF2-40B4-BE49-F238E27FC236}">
                <a16:creationId xmlns:a16="http://schemas.microsoft.com/office/drawing/2014/main" id="{0B919CC2-2A65-446F-B538-9E62490354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05951" y="6456916"/>
            <a:ext cx="2844799" cy="365125"/>
          </a:xfrm>
        </p:spPr>
        <p:txBody>
          <a:bodyPr rtlCol="0"/>
          <a:lstStyle/>
          <a:p>
            <a:pPr rtl="0"/>
            <a:fld id="{09563768-3096-48CB-A41A-8D454362CCAD}" type="datetime1">
              <a:rPr lang="ru-RU" smtClean="0"/>
              <a:t>02.11.2024</a:t>
            </a:fld>
            <a:endParaRPr lang="en-US" dirty="0"/>
          </a:p>
        </p:txBody>
      </p:sp>
      <p:sp>
        <p:nvSpPr>
          <p:cNvPr id="10" name="Нижний колонтитул 9">
            <a:extLst>
              <a:ext uri="{FF2B5EF4-FFF2-40B4-BE49-F238E27FC236}">
                <a16:creationId xmlns:a16="http://schemas.microsoft.com/office/drawing/2014/main" id="{B72412AE-119E-4982-8B24-63365EFCA7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52590"/>
            <a:ext cx="6917210" cy="365125"/>
          </a:xfrm>
        </p:spPr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11" name="Номер слайда 10">
            <a:extLst>
              <a:ext uri="{FF2B5EF4-FFF2-40B4-BE49-F238E27FC236}">
                <a16:creationId xmlns:a16="http://schemas.microsoft.com/office/drawing/2014/main" id="{7FC4BB19-6AD1-45CF-9F99-00B109890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6456916"/>
            <a:ext cx="1052510" cy="365125"/>
          </a:xfrm>
        </p:spPr>
        <p:txBody>
          <a:bodyPr rtlCol="0"/>
          <a:lstStyle/>
          <a:p>
            <a:pPr rtl="0"/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17666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 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rtlCol="0" anchor="b">
            <a:normAutofit/>
          </a:bodyPr>
          <a:lstStyle>
            <a:lvl1pPr algn="l">
              <a:defRPr sz="24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Рисунок 2"/>
          <p:cNvSpPr>
            <a:spLocks noGrp="1" noChangeAspect="1"/>
          </p:cNvSpPr>
          <p:nvPr>
            <p:ph type="pic" idx="1"/>
          </p:nvPr>
        </p:nvSpPr>
        <p:spPr>
          <a:xfrm>
            <a:off x="447817" y="641350"/>
            <a:ext cx="11290859" cy="3651249"/>
          </a:xfrm>
        </p:spPr>
        <p:txBody>
          <a:bodyPr rtlCol="0"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rtl="0"/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998148"/>
          </a:xfrm>
        </p:spPr>
        <p:txBody>
          <a:bodyPr rtlCol="0"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530088EE-0E82-4198-BDFF-3B9755AA8919}" type="datetime1">
              <a:rPr lang="ru-RU" smtClean="0"/>
              <a:t>02.11.2024</a:t>
            </a:fld>
            <a:endParaRPr lang="en-US" dirty="0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algn="l" rtl="0"/>
            <a:endParaRPr lang="en-US" dirty="0"/>
          </a:p>
        </p:txBody>
      </p:sp>
      <p:sp>
        <p:nvSpPr>
          <p:cNvPr id="7" name="Номер слайда 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32895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Заголовок 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 rtlCol="0"/>
          <a:lstStyle/>
          <a:p>
            <a:pPr rtl="0"/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 rtlCol="0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 rtl="0"/>
            <a:r>
              <a:rPr lang="ru-RU"/>
              <a:t>Образец текста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AD323C2A-FDF4-456A-A556-14045268B55D}" type="datetime1">
              <a:rPr lang="ru-RU" smtClean="0"/>
              <a:t>02.11.2024</a:t>
            </a:fld>
            <a:endParaRPr lang="en-US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6" name="Номер слайда 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35911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>
            <a:spLocks noChangeAspect="1"/>
          </p:cNvSpPr>
          <p:nvPr/>
        </p:nvSpPr>
        <p:spPr>
          <a:xfrm>
            <a:off x="8058151" y="599725"/>
            <a:ext cx="3687316" cy="5816950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Вертикальный заголовок 1"/>
          <p:cNvSpPr>
            <a:spLocks noGrp="1"/>
          </p:cNvSpPr>
          <p:nvPr>
            <p:ph type="title" orient="vert"/>
          </p:nvPr>
        </p:nvSpPr>
        <p:spPr>
          <a:xfrm>
            <a:off x="8204200" y="863600"/>
            <a:ext cx="3124200" cy="4807326"/>
          </a:xfrm>
        </p:spPr>
        <p:txBody>
          <a:bodyPr vert="eaVert" rtlCol="0" anchor="ctr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 rtl="0"/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774923" y="863600"/>
            <a:ext cx="7161625" cy="4807326"/>
          </a:xfrm>
        </p:spPr>
        <p:txBody>
          <a:bodyPr vert="eaVert" rtlCol="0" anchor="t"/>
          <a:lstStyle/>
          <a:p>
            <a:pPr lvl="0" rtl="0"/>
            <a:r>
              <a:rPr lang="ru-RU"/>
              <a:t>Образец текста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F6423B97-A5D4-47B9-8861-73B3707A04CF}"/>
              </a:ext>
            </a:extLst>
          </p:cNvPr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1AEC0421-37B4-4481-A10D-69FDF5EC7909}"/>
              </a:ext>
            </a:extLst>
          </p:cNvPr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5F7265B5-9F97-4F1E-99E9-74F7B7E62337}"/>
              </a:ext>
            </a:extLst>
          </p:cNvPr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Дата 10">
            <a:extLst>
              <a:ext uri="{FF2B5EF4-FFF2-40B4-BE49-F238E27FC236}">
                <a16:creationId xmlns:a16="http://schemas.microsoft.com/office/drawing/2014/main" id="{5C74A470-3BD3-4F33-80E5-67E6E87FCB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BBD5CFD7-CC7C-49C5-B221-A9E29F5846A0}" type="datetime1">
              <a:rPr lang="ru-RU" smtClean="0"/>
              <a:t>02.11.2024</a:t>
            </a:fld>
            <a:endParaRPr lang="en-US" dirty="0"/>
          </a:p>
        </p:txBody>
      </p:sp>
      <p:sp>
        <p:nvSpPr>
          <p:cNvPr id="12" name="Нижний колонтитул 11">
            <a:extLst>
              <a:ext uri="{FF2B5EF4-FFF2-40B4-BE49-F238E27FC236}">
                <a16:creationId xmlns:a16="http://schemas.microsoft.com/office/drawing/2014/main" id="{9A3A30BA-DB50-4D7D-BCDE-17D20FB35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13" name="Номер слайда 12">
            <a:extLst>
              <a:ext uri="{FF2B5EF4-FFF2-40B4-BE49-F238E27FC236}">
                <a16:creationId xmlns:a16="http://schemas.microsoft.com/office/drawing/2014/main" id="{76FF9E58-C0B2-436B-A21C-DB45A00D6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88496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alphaModFix amt="50000"/>
            <a:lum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 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rtl="0"/>
            <a:r>
              <a:rPr lang="ru"/>
              <a:t>Стиль образца заголовка</a:t>
            </a:r>
            <a:endParaRPr lang="en-US" dirty="0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581192" y="2336002"/>
            <a:ext cx="11029616" cy="365204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 rtl="0"/>
            <a:r>
              <a:rPr lang="ru"/>
              <a:t>Щелкните, чтобы изменить стили текста образца слайда</a:t>
            </a:r>
          </a:p>
          <a:p>
            <a:pPr lvl="1" rtl="0"/>
            <a:r>
              <a:rPr lang="ru"/>
              <a:t>Второй уровень</a:t>
            </a:r>
          </a:p>
          <a:p>
            <a:pPr lvl="2" rtl="0"/>
            <a:r>
              <a:rPr lang="ru"/>
              <a:t>Третий уровень</a:t>
            </a:r>
          </a:p>
          <a:p>
            <a:pPr lvl="3" rtl="0"/>
            <a:r>
              <a:rPr lang="ru"/>
              <a:t>Четвертый уровень</a:t>
            </a:r>
          </a:p>
          <a:p>
            <a:pPr lvl="4" rtl="0"/>
            <a:r>
              <a:rPr lang="ru"/>
              <a:t>Пятый уровень</a:t>
            </a:r>
            <a:endParaRPr lang="en-US" dirty="0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7605951" y="6423914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C6B9E6FA-8E94-487D-81C3-7EE9BB2FD23D}" type="datetime1">
              <a:rPr lang="ru-RU" smtClean="0"/>
              <a:t>02.11.2024</a:t>
            </a:fld>
            <a:endParaRPr lang="en-US" dirty="0"/>
          </a:p>
        </p:txBody>
      </p:sp>
      <p:sp>
        <p:nvSpPr>
          <p:cNvPr id="5" name="Нижний колонтитул 4"/>
          <p:cNvSpPr>
            <a:spLocks noGrp="1"/>
          </p:cNvSpPr>
          <p:nvPr>
            <p:ph type="ftr" sz="quarter" idx="3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endParaRPr lang="en-US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10558300" y="6423914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Прямоугольник 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Прямоугольник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Прямоугольник 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0008978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6" r:id="rId1"/>
    <p:sldLayoutId id="2147483757" r:id="rId2"/>
    <p:sldLayoutId id="2147483758" r:id="rId3"/>
    <p:sldLayoutId id="2147483759" r:id="rId4"/>
    <p:sldLayoutId id="2147483711" r:id="rId5"/>
    <p:sldLayoutId id="2147483760" r:id="rId6"/>
    <p:sldLayoutId id="2147483762" r:id="rId7"/>
    <p:sldLayoutId id="2147483706" r:id="rId8"/>
    <p:sldLayoutId id="2147483709" r:id="rId9"/>
    <p:sldLayoutId id="2147483707" r:id="rId10"/>
    <p:sldLayoutId id="2147483708" r:id="rId11"/>
  </p:sldLayoutIdLst>
  <p:hf sldNum="0" hdr="0" ftr="0"/>
  <p:txStyles>
    <p:titleStyle>
      <a:lvl1pPr algn="l" defTabSz="457200" rtl="0" eaLnBrk="1" latinLnBrk="0" hangingPunct="1">
        <a:lnSpc>
          <a:spcPct val="100000"/>
        </a:lnSpc>
        <a:spcBef>
          <a:spcPct val="0"/>
        </a:spcBef>
        <a:buNone/>
        <a:defRPr sz="2800" b="0" kern="1200" cap="all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lnSpc>
          <a:spcPct val="110000"/>
        </a:lnSpc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7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Прямоугольник 17">
            <a:extLst>
              <a:ext uri="{FF2B5EF4-FFF2-40B4-BE49-F238E27FC236}">
                <a16:creationId xmlns:a16="http://schemas.microsoft.com/office/drawing/2014/main" id="{D6D7A0BC-0046-4CAA-8E7F-DCAFE511EA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C21E816-31F5-48BB-BD02-D15F2F18B4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81191" y="692707"/>
            <a:ext cx="10993549" cy="1475013"/>
          </a:xfrm>
        </p:spPr>
        <p:txBody>
          <a:bodyPr rtlCol="0">
            <a:normAutofit/>
          </a:bodyPr>
          <a:lstStyle/>
          <a:p>
            <a:pPr algn="ctr" rtl="0"/>
            <a:r>
              <a:rPr lang="en-US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«</a:t>
            </a:r>
            <a:r>
              <a:rPr lang="en-US" sz="24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Dasturlash</a:t>
            </a:r>
            <a:r>
              <a:rPr lang="en-US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tillari</a:t>
            </a:r>
            <a:r>
              <a:rPr lang="en-US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bazasida</a:t>
            </a:r>
            <a:r>
              <a:rPr lang="en-US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texnik</a:t>
            </a:r>
            <a:r>
              <a:rPr lang="en-US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ilovalar</a:t>
            </a:r>
            <a:r>
              <a:rPr lang="en-US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» </a:t>
            </a:r>
            <a:r>
              <a:rPr lang="en-US" sz="24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fani</a:t>
            </a:r>
            <a:r>
              <a:rPr lang="en-US" sz="2400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ga</a:t>
            </a:r>
            <a:r>
              <a:rPr lang="en-US" sz="24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kirish</a:t>
            </a:r>
            <a:r>
              <a:rPr lang="en-US" sz="24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4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LabVIEW</a:t>
            </a:r>
            <a:r>
              <a:rPr lang="ru-RU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</a:t>
            </a:r>
            <a:r>
              <a:rPr lang="ru-RU" sz="24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instumental</a:t>
            </a:r>
            <a:r>
              <a:rPr lang="ru-RU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4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vositasi</a:t>
            </a:r>
            <a:r>
              <a:rPr lang="ru-RU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4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va</a:t>
            </a:r>
            <a:r>
              <a:rPr lang="ru-RU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4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uning</a:t>
            </a:r>
            <a:r>
              <a:rPr lang="ru-RU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4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imkoniyatlari</a:t>
            </a:r>
            <a:endParaRPr lang="ru" sz="2400" b="1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835D6E6B-3353-491C-A3C6-F278D6CED8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468233"/>
          </a:xfrm>
        </p:spPr>
        <p:txBody>
          <a:bodyPr rtlCol="0">
            <a:normAutofit/>
          </a:bodyPr>
          <a:lstStyle/>
          <a:p>
            <a:pPr algn="ctr" rtl="0"/>
            <a:r>
              <a:rPr lang="en-US" sz="1800" b="1" dirty="0" err="1"/>
              <a:t>M.N.Ikromova</a:t>
            </a:r>
            <a:endParaRPr lang="ru" sz="1800" b="1" dirty="0"/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E7C6334F-6411-41EC-AD7D-179EDD8B5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2" name="Прямоугольник 21">
            <a:extLst>
              <a:ext uri="{FF2B5EF4-FFF2-40B4-BE49-F238E27FC236}">
                <a16:creationId xmlns:a16="http://schemas.microsoft.com/office/drawing/2014/main" id="{E6B02CEE-3AF8-4349-9B3E-8970E6DF62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4" name="Прямоугольник 23">
            <a:extLst>
              <a:ext uri="{FF2B5EF4-FFF2-40B4-BE49-F238E27FC236}">
                <a16:creationId xmlns:a16="http://schemas.microsoft.com/office/drawing/2014/main" id="{AAA01CF0-3FB5-44EB-B7DE-F2E86374C2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6" name="Рисунок 5" descr="Крупный план логотипа&#10;&#10;Автоматически созданное описание">
            <a:extLst>
              <a:ext uri="{FF2B5EF4-FFF2-40B4-BE49-F238E27FC236}">
                <a16:creationId xmlns:a16="http://schemas.microsoft.com/office/drawing/2014/main" id="{F1A8C364-94D4-4630-BAD0-78722F347055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48733" y="3107745"/>
            <a:ext cx="11260667" cy="33104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58055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037D64E-0AA6-5C78-B128-C1FE2B963E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Reja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C24A0DC-2C9E-23FD-EF02-FE1FAB90A3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52793" y="2521358"/>
            <a:ext cx="9070808" cy="3634486"/>
          </a:xfrm>
        </p:spPr>
        <p:txBody>
          <a:bodyPr/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«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Dasturlash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tillari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bazasida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texnik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ilovalar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»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faniga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kirish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LabVIEW dasturi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haqida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umumiy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ma’lumot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</a:t>
            </a:r>
            <a:r>
              <a:rPr lang="ru-RU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LabVIEW</a:t>
            </a:r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ni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qo’llash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sohalari</a:t>
            </a:r>
            <a:endParaRPr lang="ru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LabVIEW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instumental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vositasi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uning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imkoniyatlari</a:t>
            </a:r>
            <a:endParaRPr lang="ru-RU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dirty="0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34708A2-46C0-98DE-EC42-083F0CE1E4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6E13CF11-4D7C-4367-8D00-578223D03103}" type="datetime1">
              <a:rPr lang="ru-RU" smtClean="0"/>
              <a:t>02.11.2024</a:t>
            </a:fld>
            <a:endParaRPr lang="en-US" dirty="0"/>
          </a:p>
        </p:txBody>
      </p:sp>
      <p:pic>
        <p:nvPicPr>
          <p:cNvPr id="1026" name="Picture 2" descr="Picture background">
            <a:extLst>
              <a:ext uri="{FF2B5EF4-FFF2-40B4-BE49-F238E27FC236}">
                <a16:creationId xmlns:a16="http://schemas.microsoft.com/office/drawing/2014/main" id="{270A81B5-DF03-6E8F-348C-565021E8E7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63092" y="-71120"/>
            <a:ext cx="4632308" cy="29870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391293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091835D-660A-1F99-1BF2-011F8B1C74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«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Dasturlash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tillari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bazasida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texnik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ilovalar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» 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faniga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kirish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D61B568-F47C-0F98-A967-46C63E5474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i="1" dirty="0" err="1"/>
              <a:t>Fanni</a:t>
            </a:r>
            <a:r>
              <a:rPr lang="en-US" b="1" i="1" dirty="0"/>
              <a:t> </a:t>
            </a:r>
            <a:r>
              <a:rPr lang="en-US" b="1" i="1" dirty="0" err="1"/>
              <a:t>o’qitishdan</a:t>
            </a:r>
            <a:r>
              <a:rPr lang="en-US" b="1" i="1" dirty="0"/>
              <a:t> </a:t>
            </a:r>
            <a:r>
              <a:rPr lang="en-US" b="1" i="1" dirty="0" err="1"/>
              <a:t>maqsad</a:t>
            </a:r>
            <a:r>
              <a:rPr lang="en-US" b="1" i="1" dirty="0"/>
              <a:t>- </a:t>
            </a:r>
            <a:r>
              <a:rPr lang="en-US" dirty="0" err="1"/>
              <a:t>nazariy</a:t>
            </a:r>
            <a:r>
              <a:rPr lang="en-US" dirty="0"/>
              <a:t> </a:t>
            </a:r>
            <a:r>
              <a:rPr lang="en-US" dirty="0" err="1"/>
              <a:t>va</a:t>
            </a:r>
            <a:r>
              <a:rPr lang="en-US" dirty="0"/>
              <a:t> </a:t>
            </a:r>
            <a:r>
              <a:rPr lang="en-US" dirty="0" err="1"/>
              <a:t>amaliy</a:t>
            </a:r>
            <a:r>
              <a:rPr lang="en-US" dirty="0"/>
              <a:t> </a:t>
            </a:r>
            <a:r>
              <a:rPr lang="en-US" dirty="0" err="1"/>
              <a:t>jihatdan</a:t>
            </a:r>
            <a:r>
              <a:rPr lang="en-US" dirty="0"/>
              <a:t> </a:t>
            </a:r>
            <a:r>
              <a:rPr lang="en-US" dirty="0" err="1"/>
              <a:t>dasturlash</a:t>
            </a:r>
            <a:r>
              <a:rPr lang="en-US" dirty="0"/>
              <a:t> </a:t>
            </a:r>
            <a:r>
              <a:rPr lang="en-US" dirty="0" err="1"/>
              <a:t>tillari</a:t>
            </a:r>
            <a:r>
              <a:rPr lang="en-US" dirty="0"/>
              <a:t> </a:t>
            </a:r>
            <a:r>
              <a:rPr lang="en-US" dirty="0" err="1"/>
              <a:t>bazasida</a:t>
            </a:r>
            <a:r>
              <a:rPr lang="en-US" dirty="0"/>
              <a:t> </a:t>
            </a:r>
            <a:r>
              <a:rPr lang="en-US" dirty="0" err="1"/>
              <a:t>texnik</a:t>
            </a:r>
            <a:r>
              <a:rPr lang="en-US" dirty="0"/>
              <a:t> </a:t>
            </a:r>
            <a:r>
              <a:rPr lang="en-US" dirty="0" err="1"/>
              <a:t>ilovalarni</a:t>
            </a:r>
            <a:r>
              <a:rPr lang="en-US" dirty="0"/>
              <a:t> </a:t>
            </a:r>
            <a:r>
              <a:rPr lang="en-US" dirty="0" err="1"/>
              <a:t>yaratishning</a:t>
            </a:r>
            <a:r>
              <a:rPr lang="en-US" dirty="0"/>
              <a:t> </a:t>
            </a:r>
            <a:r>
              <a:rPr lang="en-US" dirty="0" err="1"/>
              <a:t>zamonaviy</a:t>
            </a:r>
            <a:r>
              <a:rPr lang="en-US" dirty="0"/>
              <a:t> </a:t>
            </a:r>
            <a:r>
              <a:rPr lang="en-US" dirty="0" err="1"/>
              <a:t>usul</a:t>
            </a:r>
            <a:r>
              <a:rPr lang="en-US" dirty="0"/>
              <a:t>, </a:t>
            </a:r>
            <a:r>
              <a:rPr lang="en-US" dirty="0" err="1"/>
              <a:t>vosita</a:t>
            </a:r>
            <a:r>
              <a:rPr lang="en-US" dirty="0"/>
              <a:t> </a:t>
            </a:r>
            <a:r>
              <a:rPr lang="en-US" dirty="0" err="1"/>
              <a:t>va</a:t>
            </a:r>
            <a:r>
              <a:rPr lang="en-US" dirty="0"/>
              <a:t> </a:t>
            </a:r>
            <a:r>
              <a:rPr lang="en-US" dirty="0" err="1"/>
              <a:t>tamoyillari</a:t>
            </a:r>
            <a:r>
              <a:rPr lang="en-US" dirty="0"/>
              <a:t> </a:t>
            </a:r>
            <a:r>
              <a:rPr lang="en-US" dirty="0" err="1"/>
              <a:t>bilan</a:t>
            </a:r>
            <a:r>
              <a:rPr lang="en-US" dirty="0"/>
              <a:t> </a:t>
            </a:r>
            <a:r>
              <a:rPr lang="en-US" dirty="0" err="1"/>
              <a:t>tanishtirishdan</a:t>
            </a:r>
            <a:r>
              <a:rPr lang="en-US" dirty="0"/>
              <a:t> </a:t>
            </a:r>
            <a:r>
              <a:rPr lang="en-US" dirty="0" err="1"/>
              <a:t>iborat</a:t>
            </a:r>
            <a:r>
              <a:rPr lang="en-US" dirty="0"/>
              <a:t>. </a:t>
            </a:r>
          </a:p>
          <a:p>
            <a:r>
              <a:rPr lang="en-US" b="1" i="1" dirty="0"/>
              <a:t>Fanning </a:t>
            </a:r>
            <a:r>
              <a:rPr lang="en-US" b="1" i="1" dirty="0" err="1"/>
              <a:t>vazifasi</a:t>
            </a:r>
            <a:r>
              <a:rPr lang="en-US" dirty="0"/>
              <a:t>- </a:t>
            </a:r>
            <a:r>
              <a:rPr lang="en-US" dirty="0" err="1"/>
              <a:t>texnologik</a:t>
            </a:r>
            <a:r>
              <a:rPr lang="en-US" dirty="0"/>
              <a:t> </a:t>
            </a:r>
            <a:r>
              <a:rPr lang="en-US" dirty="0" err="1"/>
              <a:t>jarayonlarini</a:t>
            </a:r>
            <a:r>
              <a:rPr lang="en-US" dirty="0"/>
              <a:t> </a:t>
            </a:r>
            <a:r>
              <a:rPr lang="en-US" dirty="0" err="1"/>
              <a:t>avtomatik</a:t>
            </a:r>
            <a:r>
              <a:rPr lang="en-US" dirty="0"/>
              <a:t> </a:t>
            </a:r>
            <a:r>
              <a:rPr lang="en-US" dirty="0" err="1"/>
              <a:t>loyihalash</a:t>
            </a:r>
            <a:r>
              <a:rPr lang="en-US" dirty="0"/>
              <a:t> </a:t>
            </a:r>
            <a:r>
              <a:rPr lang="en-US" dirty="0" err="1"/>
              <a:t>va</a:t>
            </a:r>
            <a:r>
              <a:rPr lang="en-US" dirty="0"/>
              <a:t> </a:t>
            </a:r>
            <a:r>
              <a:rPr lang="en-US" dirty="0" err="1"/>
              <a:t>boshqarishning</a:t>
            </a:r>
            <a:r>
              <a:rPr lang="en-US" dirty="0"/>
              <a:t>  </a:t>
            </a:r>
            <a:r>
              <a:rPr lang="en-US" dirty="0" err="1"/>
              <a:t>dasturiy</a:t>
            </a:r>
            <a:r>
              <a:rPr lang="en-US" dirty="0"/>
              <a:t> </a:t>
            </a:r>
            <a:r>
              <a:rPr lang="en-US" dirty="0" err="1"/>
              <a:t>va</a:t>
            </a:r>
            <a:r>
              <a:rPr lang="en-US" dirty="0"/>
              <a:t> </a:t>
            </a:r>
            <a:r>
              <a:rPr lang="en-US" dirty="0" err="1"/>
              <a:t>texnik</a:t>
            </a:r>
            <a:r>
              <a:rPr lang="en-US" dirty="0"/>
              <a:t> </a:t>
            </a:r>
            <a:r>
              <a:rPr lang="en-US" dirty="0" err="1"/>
              <a:t>ilovalarni</a:t>
            </a:r>
            <a:r>
              <a:rPr lang="en-US" dirty="0"/>
              <a:t> </a:t>
            </a:r>
            <a:r>
              <a:rPr lang="en-US" dirty="0" err="1"/>
              <a:t>yaratishda</a:t>
            </a:r>
            <a:r>
              <a:rPr lang="en-US" dirty="0"/>
              <a:t> </a:t>
            </a:r>
            <a:r>
              <a:rPr lang="en-US" dirty="0" err="1"/>
              <a:t>dasturlash</a:t>
            </a:r>
            <a:r>
              <a:rPr lang="en-US" dirty="0"/>
              <a:t> </a:t>
            </a:r>
            <a:r>
              <a:rPr lang="en-US" dirty="0" err="1"/>
              <a:t>tillaridan</a:t>
            </a:r>
            <a:r>
              <a:rPr lang="en-US" dirty="0"/>
              <a:t> </a:t>
            </a:r>
            <a:r>
              <a:rPr lang="en-US" dirty="0" err="1"/>
              <a:t>foydalansh</a:t>
            </a:r>
            <a:r>
              <a:rPr lang="en-US" dirty="0"/>
              <a:t> </a:t>
            </a:r>
            <a:r>
              <a:rPr lang="en-US" dirty="0" err="1"/>
              <a:t>va</a:t>
            </a:r>
            <a:r>
              <a:rPr lang="en-US" dirty="0"/>
              <a:t> </a:t>
            </a:r>
            <a:r>
              <a:rPr lang="en-US" dirty="0" err="1"/>
              <a:t>o’rgatishdan</a:t>
            </a:r>
            <a:r>
              <a:rPr lang="en-US" dirty="0"/>
              <a:t> </a:t>
            </a:r>
            <a:r>
              <a:rPr lang="en-US" dirty="0" err="1"/>
              <a:t>iborat</a:t>
            </a:r>
            <a:r>
              <a:rPr lang="en-US" dirty="0"/>
              <a:t>.</a:t>
            </a:r>
            <a:endParaRPr lang="ru-RU" dirty="0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CC05D56-02E2-A491-7155-AEE2121938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6E13CF11-4D7C-4367-8D00-578223D03103}" type="datetime1">
              <a:rPr lang="ru-RU" smtClean="0"/>
              <a:t>02.11.2024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0320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CE49C0A-B247-263E-A63A-5B53177B06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LabVIEW dasturi </a:t>
            </a:r>
            <a:r>
              <a:rPr lang="en-US" dirty="0" err="1"/>
              <a:t>haqida</a:t>
            </a:r>
            <a:br>
              <a:rPr lang="en-US" dirty="0"/>
            </a:br>
            <a:r>
              <a:rPr lang="en-US" dirty="0"/>
              <a:t> </a:t>
            </a:r>
            <a:r>
              <a:rPr lang="en-US" dirty="0" err="1"/>
              <a:t>umumiy</a:t>
            </a:r>
            <a:r>
              <a:rPr lang="en-US" dirty="0"/>
              <a:t> </a:t>
            </a:r>
            <a:r>
              <a:rPr lang="en-US" dirty="0" err="1"/>
              <a:t>ma’lumot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0A19C30-868C-1BFA-ADD0-B08A56E67C1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b="1" i="1" dirty="0"/>
              <a:t>LabVIEW (Laboratory Virtual Instrument Engineering Workbench) </a:t>
            </a:r>
            <a:r>
              <a:rPr lang="en-US" dirty="0"/>
              <a:t>–</a:t>
            </a:r>
            <a:r>
              <a:rPr lang="en-US" dirty="0" err="1"/>
              <a:t>amaliy</a:t>
            </a:r>
            <a:r>
              <a:rPr lang="en-US" dirty="0"/>
              <a:t> </a:t>
            </a:r>
            <a:r>
              <a:rPr lang="en-US" dirty="0" err="1"/>
              <a:t>grafik</a:t>
            </a:r>
            <a:r>
              <a:rPr lang="en-US" dirty="0"/>
              <a:t> </a:t>
            </a:r>
            <a:r>
              <a:rPr lang="en-US" dirty="0" err="1"/>
              <a:t>dasturlash</a:t>
            </a:r>
            <a:r>
              <a:rPr lang="en-US" dirty="0"/>
              <a:t> </a:t>
            </a:r>
            <a:r>
              <a:rPr lang="en-US" dirty="0" err="1"/>
              <a:t>muhiti</a:t>
            </a:r>
            <a:r>
              <a:rPr lang="en-US" dirty="0"/>
              <a:t> </a:t>
            </a:r>
            <a:r>
              <a:rPr lang="en-US" dirty="0" err="1"/>
              <a:t>bo’lib</a:t>
            </a:r>
            <a:r>
              <a:rPr lang="en-US" dirty="0"/>
              <a:t>, u </a:t>
            </a:r>
            <a:r>
              <a:rPr lang="en-US" dirty="0" err="1"/>
              <a:t>asbob</a:t>
            </a:r>
            <a:r>
              <a:rPr lang="en-US" dirty="0"/>
              <a:t> </a:t>
            </a:r>
            <a:r>
              <a:rPr lang="en-US" dirty="0" err="1"/>
              <a:t>va</a:t>
            </a:r>
            <a:r>
              <a:rPr lang="en-US" dirty="0"/>
              <a:t> </a:t>
            </a:r>
            <a:r>
              <a:rPr lang="en-US" dirty="0" err="1"/>
              <a:t>o'rganilayotgan</a:t>
            </a:r>
            <a:r>
              <a:rPr lang="en-US" dirty="0"/>
              <a:t> </a:t>
            </a:r>
            <a:r>
              <a:rPr lang="en-US" dirty="0" err="1"/>
              <a:t>ob'ektlarni</a:t>
            </a:r>
            <a:r>
              <a:rPr lang="en-US" dirty="0"/>
              <a:t> </a:t>
            </a:r>
            <a:r>
              <a:rPr lang="en-US" dirty="0" err="1"/>
              <a:t>boshqarish</a:t>
            </a:r>
            <a:r>
              <a:rPr lang="en-US" dirty="0"/>
              <a:t> </a:t>
            </a:r>
            <a:r>
              <a:rPr lang="en-US" dirty="0" err="1"/>
              <a:t>uchun</a:t>
            </a:r>
            <a:r>
              <a:rPr lang="en-US" dirty="0"/>
              <a:t> </a:t>
            </a:r>
            <a:r>
              <a:rPr lang="en-US" dirty="0" err="1"/>
              <a:t>o'lchovlarni</a:t>
            </a:r>
            <a:r>
              <a:rPr lang="en-US" dirty="0"/>
              <a:t> </a:t>
            </a:r>
            <a:r>
              <a:rPr lang="en-US" dirty="0" err="1"/>
              <a:t>amalga</a:t>
            </a:r>
            <a:r>
              <a:rPr lang="en-US" dirty="0"/>
              <a:t> </a:t>
            </a:r>
            <a:r>
              <a:rPr lang="en-US" dirty="0" err="1"/>
              <a:t>oshirish</a:t>
            </a:r>
            <a:r>
              <a:rPr lang="en-US" dirty="0"/>
              <a:t>, </a:t>
            </a:r>
            <a:r>
              <a:rPr lang="en-US" dirty="0" err="1"/>
              <a:t>ma'lumotlarini</a:t>
            </a:r>
            <a:r>
              <a:rPr lang="en-US" dirty="0"/>
              <a:t> </a:t>
            </a:r>
            <a:r>
              <a:rPr lang="en-US" dirty="0" err="1"/>
              <a:t>tahlil</a:t>
            </a:r>
            <a:r>
              <a:rPr lang="en-US" dirty="0"/>
              <a:t> </a:t>
            </a:r>
            <a:r>
              <a:rPr lang="en-US" dirty="0" err="1"/>
              <a:t>qilishga</a:t>
            </a:r>
            <a:r>
              <a:rPr lang="en-US" dirty="0"/>
              <a:t> </a:t>
            </a:r>
            <a:r>
              <a:rPr lang="en-US" dirty="0" err="1"/>
              <a:t>mo’ljallangan</a:t>
            </a:r>
            <a:r>
              <a:rPr lang="en-US" dirty="0"/>
              <a:t>.</a:t>
            </a:r>
          </a:p>
          <a:p>
            <a:r>
              <a:rPr lang="en-US" dirty="0"/>
              <a:t>LabVIEW </a:t>
            </a:r>
            <a:r>
              <a:rPr lang="en-US" dirty="0" err="1"/>
              <a:t>dasturiy</a:t>
            </a:r>
            <a:r>
              <a:rPr lang="en-US" dirty="0"/>
              <a:t> </a:t>
            </a:r>
            <a:r>
              <a:rPr lang="en-US" dirty="0" err="1"/>
              <a:t>muhitidan</a:t>
            </a:r>
            <a:r>
              <a:rPr lang="en-US" dirty="0"/>
              <a:t> </a:t>
            </a:r>
            <a:r>
              <a:rPr lang="en-US" dirty="0" err="1"/>
              <a:t>tashqi</a:t>
            </a:r>
            <a:r>
              <a:rPr lang="en-US" dirty="0"/>
              <a:t> </a:t>
            </a:r>
            <a:r>
              <a:rPr lang="en-US" dirty="0" err="1"/>
              <a:t>uskunalarni</a:t>
            </a:r>
            <a:r>
              <a:rPr lang="en-US" dirty="0"/>
              <a:t> </a:t>
            </a:r>
            <a:r>
              <a:rPr lang="en-US" dirty="0" err="1"/>
              <a:t>testlash</a:t>
            </a:r>
            <a:r>
              <a:rPr lang="en-US" dirty="0"/>
              <a:t>, </a:t>
            </a:r>
            <a:r>
              <a:rPr lang="en-US" dirty="0" err="1"/>
              <a:t>o'lchash</a:t>
            </a:r>
            <a:r>
              <a:rPr lang="en-US" dirty="0"/>
              <a:t>, </a:t>
            </a:r>
            <a:r>
              <a:rPr lang="en-US" dirty="0" err="1"/>
              <a:t>ma'lumotlarni</a:t>
            </a:r>
            <a:r>
              <a:rPr lang="en-US" dirty="0"/>
              <a:t> </a:t>
            </a:r>
            <a:r>
              <a:rPr lang="en-US" dirty="0" err="1"/>
              <a:t>kiritish</a:t>
            </a:r>
            <a:r>
              <a:rPr lang="en-US" dirty="0"/>
              <a:t>, </a:t>
            </a:r>
            <a:r>
              <a:rPr lang="en-US" dirty="0" err="1"/>
              <a:t>tahlil</a:t>
            </a:r>
            <a:r>
              <a:rPr lang="en-US" dirty="0"/>
              <a:t> </a:t>
            </a:r>
            <a:r>
              <a:rPr lang="en-US" dirty="0" err="1"/>
              <a:t>qilish</a:t>
            </a:r>
            <a:r>
              <a:rPr lang="en-US" dirty="0"/>
              <a:t> </a:t>
            </a:r>
            <a:r>
              <a:rPr lang="en-US" dirty="0" err="1"/>
              <a:t>va</a:t>
            </a:r>
            <a:r>
              <a:rPr lang="en-US" dirty="0"/>
              <a:t> </a:t>
            </a:r>
            <a:r>
              <a:rPr lang="en-US" dirty="0" err="1"/>
              <a:t>boshqarish</a:t>
            </a:r>
            <a:r>
              <a:rPr lang="en-US" dirty="0"/>
              <a:t> </a:t>
            </a:r>
            <a:r>
              <a:rPr lang="en-US" dirty="0" err="1"/>
              <a:t>uchun</a:t>
            </a:r>
            <a:r>
              <a:rPr lang="en-US" dirty="0"/>
              <a:t> </a:t>
            </a:r>
            <a:r>
              <a:rPr lang="en-US" dirty="0" err="1"/>
              <a:t>dasturiy</a:t>
            </a:r>
            <a:r>
              <a:rPr lang="en-US" dirty="0"/>
              <a:t>-apparat </a:t>
            </a:r>
            <a:r>
              <a:rPr lang="en-US" dirty="0" err="1"/>
              <a:t>komplekslarini</a:t>
            </a:r>
            <a:r>
              <a:rPr lang="en-US" dirty="0"/>
              <a:t> </a:t>
            </a:r>
            <a:r>
              <a:rPr lang="en-US" dirty="0" err="1"/>
              <a:t>ishlab</a:t>
            </a:r>
            <a:r>
              <a:rPr lang="en-US" dirty="0"/>
              <a:t> </a:t>
            </a:r>
            <a:r>
              <a:rPr lang="en-US" dirty="0" err="1"/>
              <a:t>chiqishda</a:t>
            </a:r>
            <a:r>
              <a:rPr lang="en-US" dirty="0"/>
              <a:t> </a:t>
            </a:r>
            <a:r>
              <a:rPr lang="en-US" dirty="0" err="1"/>
              <a:t>foydalanish</a:t>
            </a:r>
            <a:r>
              <a:rPr lang="en-US" dirty="0"/>
              <a:t> </a:t>
            </a:r>
            <a:r>
              <a:rPr lang="en-US" dirty="0" err="1"/>
              <a:t>mumkin</a:t>
            </a:r>
            <a:r>
              <a:rPr lang="en-US" dirty="0"/>
              <a:t>.</a:t>
            </a:r>
          </a:p>
          <a:p>
            <a:r>
              <a:rPr lang="en-US" dirty="0"/>
              <a:t> LabVIEW dasturi 1986 </a:t>
            </a:r>
            <a:r>
              <a:rPr lang="en-US" dirty="0" err="1"/>
              <a:t>yilda</a:t>
            </a:r>
            <a:r>
              <a:rPr lang="en-US" dirty="0"/>
              <a:t> </a:t>
            </a:r>
            <a:r>
              <a:rPr lang="en-US" dirty="0" err="1"/>
              <a:t>AQSh</a:t>
            </a:r>
            <a:r>
              <a:rPr lang="en-US" dirty="0"/>
              <a:t> </a:t>
            </a:r>
            <a:r>
              <a:rPr lang="en-US" dirty="0" err="1"/>
              <a:t>ning</a:t>
            </a:r>
            <a:r>
              <a:rPr lang="en-US" dirty="0"/>
              <a:t> National </a:t>
            </a:r>
            <a:r>
              <a:rPr lang="en-US" dirty="0" err="1"/>
              <a:t>Instrunents</a:t>
            </a:r>
            <a:r>
              <a:rPr lang="en-US" dirty="0"/>
              <a:t> (NI) </a:t>
            </a:r>
            <a:r>
              <a:rPr lang="en-US" dirty="0" err="1"/>
              <a:t>korparatsiyasi</a:t>
            </a:r>
            <a:r>
              <a:rPr lang="en-US" dirty="0"/>
              <a:t> </a:t>
            </a:r>
            <a:r>
              <a:rPr lang="en-US" dirty="0" err="1"/>
              <a:t>tomonidan</a:t>
            </a:r>
            <a:r>
              <a:rPr lang="en-US" dirty="0"/>
              <a:t> </a:t>
            </a:r>
            <a:r>
              <a:rPr lang="en-US" dirty="0" err="1"/>
              <a:t>o’lchov</a:t>
            </a:r>
            <a:r>
              <a:rPr lang="en-US" dirty="0"/>
              <a:t> </a:t>
            </a:r>
            <a:r>
              <a:rPr lang="en-US" dirty="0" err="1"/>
              <a:t>asboblarini</a:t>
            </a:r>
            <a:r>
              <a:rPr lang="en-US" dirty="0"/>
              <a:t> </a:t>
            </a:r>
            <a:r>
              <a:rPr lang="en-US" dirty="0" err="1"/>
              <a:t>dasturlash</a:t>
            </a:r>
            <a:r>
              <a:rPr lang="en-US" dirty="0"/>
              <a:t> </a:t>
            </a:r>
            <a:r>
              <a:rPr lang="en-US" dirty="0" err="1"/>
              <a:t>vaqtini</a:t>
            </a:r>
            <a:r>
              <a:rPr lang="en-US" dirty="0"/>
              <a:t> </a:t>
            </a:r>
            <a:r>
              <a:rPr lang="en-US" dirty="0" err="1"/>
              <a:t>qisqartirish</a:t>
            </a:r>
            <a:r>
              <a:rPr lang="en-US" dirty="0"/>
              <a:t> </a:t>
            </a:r>
            <a:r>
              <a:rPr lang="en-US" dirty="0" err="1"/>
              <a:t>yo’llarini</a:t>
            </a:r>
            <a:r>
              <a:rPr lang="en-US" dirty="0"/>
              <a:t> </a:t>
            </a:r>
            <a:r>
              <a:rPr lang="en-US" dirty="0" err="1"/>
              <a:t>izlash</a:t>
            </a:r>
            <a:r>
              <a:rPr lang="en-US" dirty="0"/>
              <a:t> </a:t>
            </a:r>
            <a:r>
              <a:rPr lang="en-US" dirty="0" err="1"/>
              <a:t>natijasida</a:t>
            </a:r>
            <a:r>
              <a:rPr lang="en-US" dirty="0"/>
              <a:t> </a:t>
            </a:r>
            <a:r>
              <a:rPr lang="en-US" dirty="0" err="1"/>
              <a:t>ishlab</a:t>
            </a:r>
            <a:r>
              <a:rPr lang="en-US" dirty="0"/>
              <a:t> </a:t>
            </a:r>
            <a:r>
              <a:rPr lang="en-US" dirty="0" err="1"/>
              <a:t>chiqilgan</a:t>
            </a:r>
            <a:r>
              <a:rPr lang="en-US" dirty="0"/>
              <a:t>.</a:t>
            </a:r>
          </a:p>
          <a:p>
            <a:r>
              <a:rPr lang="en-US" dirty="0" err="1"/>
              <a:t>Hozirda</a:t>
            </a:r>
            <a:r>
              <a:rPr lang="en-US" dirty="0"/>
              <a:t> </a:t>
            </a:r>
            <a:r>
              <a:rPr lang="en-US" dirty="0" err="1"/>
              <a:t>Labview</a:t>
            </a:r>
            <a:r>
              <a:rPr lang="en-US" dirty="0"/>
              <a:t> 2024 Q3 </a:t>
            </a:r>
            <a:r>
              <a:rPr lang="en-US" dirty="0" err="1"/>
              <a:t>versiyasi</a:t>
            </a:r>
            <a:r>
              <a:rPr lang="en-US" dirty="0"/>
              <a:t> 2024 </a:t>
            </a:r>
            <a:r>
              <a:rPr lang="en-US" dirty="0" err="1"/>
              <a:t>yil</a:t>
            </a:r>
            <a:r>
              <a:rPr lang="en-US" dirty="0"/>
              <a:t> 16 </a:t>
            </a:r>
            <a:r>
              <a:rPr lang="en-US" dirty="0" err="1"/>
              <a:t>iyul</a:t>
            </a:r>
            <a:r>
              <a:rPr lang="en-US" dirty="0"/>
              <a:t> </a:t>
            </a:r>
            <a:r>
              <a:rPr lang="en-US" dirty="0" err="1"/>
              <a:t>kuni</a:t>
            </a:r>
            <a:r>
              <a:rPr lang="en-US" dirty="0"/>
              <a:t> </a:t>
            </a:r>
            <a:r>
              <a:rPr lang="en-US" dirty="0" err="1"/>
              <a:t>ishlab</a:t>
            </a:r>
            <a:r>
              <a:rPr lang="en-US" dirty="0"/>
              <a:t> </a:t>
            </a:r>
            <a:r>
              <a:rPr lang="en-US" dirty="0" err="1"/>
              <a:t>chiqilgan</a:t>
            </a:r>
            <a:r>
              <a:rPr lang="en-US" dirty="0"/>
              <a:t>.</a:t>
            </a:r>
            <a:endParaRPr lang="ru-RU" dirty="0"/>
          </a:p>
        </p:txBody>
      </p:sp>
      <p:pic>
        <p:nvPicPr>
          <p:cNvPr id="7" name="Объект 6">
            <a:extLst>
              <a:ext uri="{FF2B5EF4-FFF2-40B4-BE49-F238E27FC236}">
                <a16:creationId xmlns:a16="http://schemas.microsoft.com/office/drawing/2014/main" id="{9DBC9B75-C2AB-5D3E-792D-0379AA3F16E3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5952113" y="1181819"/>
            <a:ext cx="6068435" cy="4946523"/>
          </a:xfrm>
        </p:spPr>
      </p:pic>
      <p:sp>
        <p:nvSpPr>
          <p:cNvPr id="4" name="Дата 3">
            <a:extLst>
              <a:ext uri="{FF2B5EF4-FFF2-40B4-BE49-F238E27FC236}">
                <a16:creationId xmlns:a16="http://schemas.microsoft.com/office/drawing/2014/main" id="{5E236C87-509C-90E3-2738-E0004F8EF4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6E13CF11-4D7C-4367-8D00-578223D03103}" type="datetime1">
              <a:rPr lang="ru-RU" smtClean="0"/>
              <a:t>02.11.2024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1657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8162037-539D-08CB-E9D6-47320D4CAC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2800" b="1" dirty="0" err="1"/>
              <a:t>LabVIEW</a:t>
            </a:r>
            <a:r>
              <a:rPr lang="ru-RU" sz="2800" b="1" dirty="0"/>
              <a:t> </a:t>
            </a:r>
            <a:r>
              <a:rPr lang="en-US" sz="2800" dirty="0" err="1"/>
              <a:t>ni</a:t>
            </a:r>
            <a:r>
              <a:rPr lang="en-US" sz="2800" dirty="0"/>
              <a:t> </a:t>
            </a:r>
            <a:r>
              <a:rPr lang="en-US" sz="2800" dirty="0" err="1"/>
              <a:t>qo’llash</a:t>
            </a:r>
            <a:r>
              <a:rPr lang="en-US" sz="2800" dirty="0"/>
              <a:t> </a:t>
            </a:r>
            <a:r>
              <a:rPr lang="en-US" sz="2800" dirty="0" err="1"/>
              <a:t>sohalari</a:t>
            </a:r>
            <a:br>
              <a:rPr lang="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8AAA946-223D-EBCF-C2C3-E70BAD721D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LabVIEW  </a:t>
            </a:r>
            <a:r>
              <a:rPr lang="en-US" dirty="0" err="1"/>
              <a:t>ni</a:t>
            </a:r>
            <a:r>
              <a:rPr lang="en-US" dirty="0"/>
              <a:t> </a:t>
            </a:r>
            <a:r>
              <a:rPr lang="en-US" dirty="0" err="1"/>
              <a:t>qo’llash</a:t>
            </a:r>
            <a:r>
              <a:rPr lang="en-US" dirty="0"/>
              <a:t> </a:t>
            </a:r>
            <a:r>
              <a:rPr lang="en-US" dirty="0" err="1"/>
              <a:t>doirasi</a:t>
            </a:r>
            <a:r>
              <a:rPr lang="en-US" dirty="0"/>
              <a:t> </a:t>
            </a:r>
            <a:r>
              <a:rPr lang="en-US" dirty="0" err="1"/>
              <a:t>doimiy</a:t>
            </a:r>
            <a:r>
              <a:rPr lang="en-US" dirty="0"/>
              <a:t> </a:t>
            </a:r>
            <a:r>
              <a:rPr lang="en-US" dirty="0" err="1"/>
              <a:t>ravishda</a:t>
            </a:r>
            <a:r>
              <a:rPr lang="en-US" dirty="0"/>
              <a:t> </a:t>
            </a:r>
            <a:r>
              <a:rPr lang="en-US" dirty="0" err="1"/>
              <a:t>rivojlanib</a:t>
            </a:r>
            <a:r>
              <a:rPr lang="en-US" dirty="0"/>
              <a:t> </a:t>
            </a:r>
            <a:r>
              <a:rPr lang="en-US" dirty="0" err="1"/>
              <a:t>bormoqda</a:t>
            </a:r>
            <a:r>
              <a:rPr lang="en-US" dirty="0"/>
              <a:t>.</a:t>
            </a:r>
          </a:p>
          <a:p>
            <a:r>
              <a:rPr lang="en-US" dirty="0"/>
              <a:t> </a:t>
            </a:r>
            <a:r>
              <a:rPr lang="en-US" dirty="0" err="1"/>
              <a:t>Ta'limda</a:t>
            </a:r>
            <a:r>
              <a:rPr lang="en-US" dirty="0"/>
              <a:t> u </a:t>
            </a:r>
            <a:r>
              <a:rPr lang="en-US" dirty="0" err="1"/>
              <a:t>laboratoriya</a:t>
            </a:r>
            <a:r>
              <a:rPr lang="en-US" dirty="0"/>
              <a:t> </a:t>
            </a:r>
            <a:r>
              <a:rPr lang="en-US" dirty="0" err="1"/>
              <a:t>mashg'ulotlarini</a:t>
            </a:r>
            <a:r>
              <a:rPr lang="en-US" dirty="0"/>
              <a:t> </a:t>
            </a:r>
            <a:r>
              <a:rPr lang="en-US" dirty="0" err="1"/>
              <a:t>o'z</a:t>
            </a:r>
            <a:r>
              <a:rPr lang="en-US" dirty="0"/>
              <a:t> </a:t>
            </a:r>
            <a:r>
              <a:rPr lang="en-US" dirty="0" err="1"/>
              <a:t>ichiga</a:t>
            </a:r>
            <a:r>
              <a:rPr lang="en-US" dirty="0"/>
              <a:t> </a:t>
            </a:r>
            <a:r>
              <a:rPr lang="en-US" dirty="0" err="1"/>
              <a:t>oladi</a:t>
            </a:r>
            <a:r>
              <a:rPr lang="en-US" dirty="0"/>
              <a:t> </a:t>
            </a:r>
            <a:r>
              <a:rPr lang="en-US" dirty="0" err="1"/>
              <a:t>elektrotexnika</a:t>
            </a:r>
            <a:r>
              <a:rPr lang="en-US" dirty="0"/>
              <a:t>, </a:t>
            </a:r>
            <a:r>
              <a:rPr lang="en-US" dirty="0" err="1"/>
              <a:t>mexanika</a:t>
            </a:r>
            <a:r>
              <a:rPr lang="en-US" dirty="0"/>
              <a:t>, </a:t>
            </a:r>
            <a:r>
              <a:rPr lang="en-US" dirty="0" err="1"/>
              <a:t>fizika</a:t>
            </a:r>
            <a:r>
              <a:rPr lang="en-US" dirty="0"/>
              <a:t> </a:t>
            </a:r>
            <a:r>
              <a:rPr lang="en-US" dirty="0" err="1"/>
              <a:t>bo'yicha</a:t>
            </a:r>
            <a:r>
              <a:rPr lang="en-US" dirty="0"/>
              <a:t>. </a:t>
            </a:r>
          </a:p>
          <a:p>
            <a:r>
              <a:rPr lang="en-US" dirty="0" err="1"/>
              <a:t>Muhandislik</a:t>
            </a:r>
            <a:r>
              <a:rPr lang="en-US" dirty="0"/>
              <a:t> </a:t>
            </a:r>
            <a:r>
              <a:rPr lang="en-US" dirty="0" err="1"/>
              <a:t>amaliyotida</a:t>
            </a:r>
            <a:r>
              <a:rPr lang="en-US" dirty="0"/>
              <a:t> </a:t>
            </a:r>
            <a:r>
              <a:rPr lang="en-US" dirty="0" err="1"/>
              <a:t>sanoat</a:t>
            </a:r>
            <a:r>
              <a:rPr lang="en-US" dirty="0"/>
              <a:t>, transport </a:t>
            </a:r>
            <a:r>
              <a:rPr lang="en-US" dirty="0" err="1"/>
              <a:t>obyektlari</a:t>
            </a:r>
            <a:r>
              <a:rPr lang="en-US" dirty="0"/>
              <a:t>, </a:t>
            </a:r>
            <a:r>
              <a:rPr lang="en-US" dirty="0" err="1"/>
              <a:t>shu</a:t>
            </a:r>
            <a:r>
              <a:rPr lang="en-US" dirty="0"/>
              <a:t> </a:t>
            </a:r>
            <a:r>
              <a:rPr lang="en-US" dirty="0" err="1"/>
              <a:t>jumladan</a:t>
            </a:r>
            <a:r>
              <a:rPr lang="en-US" dirty="0"/>
              <a:t> </a:t>
            </a:r>
            <a:r>
              <a:rPr lang="en-US" dirty="0" err="1"/>
              <a:t>havo</a:t>
            </a:r>
            <a:r>
              <a:rPr lang="en-US" dirty="0"/>
              <a:t>, </a:t>
            </a:r>
            <a:r>
              <a:rPr lang="en-US" dirty="0" err="1"/>
              <a:t>suv</a:t>
            </a:r>
            <a:r>
              <a:rPr lang="en-US" dirty="0"/>
              <a:t> </a:t>
            </a:r>
            <a:r>
              <a:rPr lang="en-US" dirty="0" err="1"/>
              <a:t>osti</a:t>
            </a:r>
            <a:r>
              <a:rPr lang="en-US" dirty="0"/>
              <a:t> </a:t>
            </a:r>
            <a:r>
              <a:rPr lang="en-US" dirty="0" err="1"/>
              <a:t>va</a:t>
            </a:r>
            <a:r>
              <a:rPr lang="en-US" dirty="0"/>
              <a:t> </a:t>
            </a:r>
            <a:r>
              <a:rPr lang="en-US" dirty="0" err="1"/>
              <a:t>suv</a:t>
            </a:r>
            <a:r>
              <a:rPr lang="en-US" dirty="0"/>
              <a:t> </a:t>
            </a:r>
            <a:r>
              <a:rPr lang="en-US" dirty="0" err="1"/>
              <a:t>usti</a:t>
            </a:r>
            <a:r>
              <a:rPr lang="en-US" dirty="0"/>
              <a:t> </a:t>
            </a:r>
            <a:r>
              <a:rPr lang="en-US" dirty="0" err="1"/>
              <a:t>flotlari</a:t>
            </a:r>
            <a:r>
              <a:rPr lang="en-US" dirty="0"/>
              <a:t>, </a:t>
            </a:r>
            <a:r>
              <a:rPr lang="en-US" dirty="0" err="1"/>
              <a:t>kosmik</a:t>
            </a:r>
            <a:r>
              <a:rPr lang="en-US" dirty="0"/>
              <a:t> </a:t>
            </a:r>
            <a:r>
              <a:rPr lang="en-US" dirty="0" err="1"/>
              <a:t>apparatlar</a:t>
            </a:r>
            <a:r>
              <a:rPr lang="en-US" dirty="0"/>
              <a:t>. </a:t>
            </a:r>
          </a:p>
          <a:p>
            <a:r>
              <a:rPr lang="en-US" dirty="0" err="1"/>
              <a:t>Ilm</a:t>
            </a:r>
            <a:r>
              <a:rPr lang="en-US" dirty="0"/>
              <a:t> – fan </a:t>
            </a:r>
            <a:r>
              <a:rPr lang="en-US" dirty="0" err="1"/>
              <a:t>sohasida</a:t>
            </a:r>
            <a:r>
              <a:rPr lang="en-US" dirty="0"/>
              <a:t> CERN (</a:t>
            </a:r>
            <a:r>
              <a:rPr lang="en-US" dirty="0" err="1"/>
              <a:t>Yevropada</a:t>
            </a:r>
            <a:r>
              <a:rPr lang="en-US" dirty="0"/>
              <a:t>), Lawrence Livermore, </a:t>
            </a:r>
            <a:r>
              <a:rPr lang="en-US" dirty="0" err="1"/>
              <a:t>Batelle</a:t>
            </a:r>
            <a:r>
              <a:rPr lang="en-US" dirty="0"/>
              <a:t>, Sandia, Oak Ridge (</a:t>
            </a:r>
            <a:r>
              <a:rPr lang="en-US" dirty="0" err="1"/>
              <a:t>AQSh</a:t>
            </a:r>
            <a:r>
              <a:rPr lang="en-US" dirty="0"/>
              <a:t>)</a:t>
            </a:r>
            <a:r>
              <a:rPr lang="en-US" dirty="0" err="1"/>
              <a:t>kabi</a:t>
            </a:r>
            <a:r>
              <a:rPr lang="en-US" dirty="0"/>
              <a:t> </a:t>
            </a:r>
            <a:r>
              <a:rPr lang="en-US" dirty="0" err="1"/>
              <a:t>ilg'or</a:t>
            </a:r>
            <a:r>
              <a:rPr lang="en-US" dirty="0"/>
              <a:t> </a:t>
            </a:r>
            <a:r>
              <a:rPr lang="en-US" dirty="0" err="1"/>
              <a:t>markazlar</a:t>
            </a:r>
            <a:endParaRPr lang="ru-RU" dirty="0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CA38E98-2082-3BEE-A7AA-117C0320F5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6E13CF11-4D7C-4367-8D00-578223D03103}" type="datetime1">
              <a:rPr lang="ru-RU" smtClean="0"/>
              <a:t>02.11.2024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43545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E69D483-FB35-A7BF-06B3-12C445A5A8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z="2800" dirty="0" err="1"/>
              <a:t>LabVIEW</a:t>
            </a:r>
            <a:r>
              <a:rPr lang="ru-RU" sz="2800" dirty="0"/>
              <a:t>  </a:t>
            </a:r>
            <a:r>
              <a:rPr lang="ru-RU" sz="2800" dirty="0" err="1"/>
              <a:t>instumental</a:t>
            </a:r>
            <a:r>
              <a:rPr lang="ru-RU" sz="2800" dirty="0"/>
              <a:t> </a:t>
            </a:r>
            <a:r>
              <a:rPr lang="ru-RU" sz="2800" dirty="0" err="1"/>
              <a:t>vositasi</a:t>
            </a:r>
            <a:r>
              <a:rPr lang="ru-RU" sz="2800" dirty="0"/>
              <a:t> </a:t>
            </a:r>
            <a:r>
              <a:rPr lang="ru-RU" sz="2800" dirty="0" err="1"/>
              <a:t>va</a:t>
            </a:r>
            <a:r>
              <a:rPr lang="ru-RU" sz="2800" dirty="0"/>
              <a:t> </a:t>
            </a:r>
            <a:r>
              <a:rPr lang="ru-RU" sz="2800" dirty="0" err="1"/>
              <a:t>uning</a:t>
            </a:r>
            <a:r>
              <a:rPr lang="ru-RU" sz="2800" dirty="0"/>
              <a:t> </a:t>
            </a:r>
            <a:r>
              <a:rPr lang="ru-RU" sz="2800" dirty="0" err="1"/>
              <a:t>imkoniyatlari</a:t>
            </a:r>
            <a:endParaRPr lang="ru-RU" dirty="0"/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6F15A032-AFDD-760B-F963-83E98D4EF7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6000" dirty="0"/>
              <a:t>+</a:t>
            </a:r>
            <a:endParaRPr lang="ru-RU" sz="6000" dirty="0"/>
          </a:p>
        </p:txBody>
      </p:sp>
      <p:sp>
        <p:nvSpPr>
          <p:cNvPr id="8" name="Объект 7">
            <a:extLst>
              <a:ext uri="{FF2B5EF4-FFF2-40B4-BE49-F238E27FC236}">
                <a16:creationId xmlns:a16="http://schemas.microsoft.com/office/drawing/2014/main" id="{F5CB9D74-F09B-9AE6-6BD7-9BBDCF145173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 err="1"/>
              <a:t>Grafik</a:t>
            </a:r>
            <a:r>
              <a:rPr lang="en-US" dirty="0"/>
              <a:t> </a:t>
            </a:r>
            <a:r>
              <a:rPr lang="en-US" dirty="0" err="1"/>
              <a:t>interfeysi</a:t>
            </a:r>
            <a:r>
              <a:rPr lang="en-US" dirty="0"/>
              <a:t> </a:t>
            </a:r>
            <a:r>
              <a:rPr lang="en-US" dirty="0" err="1"/>
              <a:t>juda</a:t>
            </a:r>
            <a:r>
              <a:rPr lang="en-US" dirty="0"/>
              <a:t> </a:t>
            </a:r>
            <a:r>
              <a:rPr lang="en-US" dirty="0" err="1"/>
              <a:t>moslashuvchan</a:t>
            </a:r>
            <a:r>
              <a:rPr lang="en-US" dirty="0"/>
              <a:t> </a:t>
            </a:r>
            <a:r>
              <a:rPr lang="en-US" dirty="0" err="1"/>
              <a:t>va</a:t>
            </a:r>
            <a:r>
              <a:rPr lang="en-US" dirty="0"/>
              <a:t> </a:t>
            </a:r>
            <a:r>
              <a:rPr lang="en-US" dirty="0" err="1"/>
              <a:t>shuning</a:t>
            </a:r>
            <a:r>
              <a:rPr lang="en-US" dirty="0"/>
              <a:t> </a:t>
            </a:r>
            <a:r>
              <a:rPr lang="en-US" dirty="0" err="1"/>
              <a:t>uchun</a:t>
            </a:r>
            <a:r>
              <a:rPr lang="en-US" dirty="0"/>
              <a:t> </a:t>
            </a:r>
            <a:r>
              <a:rPr lang="en-US" dirty="0" err="1"/>
              <a:t>foydalanish</a:t>
            </a:r>
            <a:r>
              <a:rPr lang="en-US" dirty="0"/>
              <a:t> </a:t>
            </a:r>
            <a:r>
              <a:rPr lang="en-US" dirty="0" err="1"/>
              <a:t>oson</a:t>
            </a:r>
            <a:r>
              <a:rPr lang="en-US" dirty="0"/>
              <a:t>. </a:t>
            </a:r>
            <a:r>
              <a:rPr lang="en-US" dirty="0" err="1"/>
              <a:t>Ko'pgina</a:t>
            </a:r>
            <a:r>
              <a:rPr lang="en-US" dirty="0"/>
              <a:t> </a:t>
            </a:r>
            <a:r>
              <a:rPr lang="en-US" dirty="0" err="1"/>
              <a:t>muhandislar</a:t>
            </a:r>
            <a:r>
              <a:rPr lang="en-US" dirty="0"/>
              <a:t> </a:t>
            </a:r>
            <a:r>
              <a:rPr lang="en-US" dirty="0" err="1"/>
              <a:t>va</a:t>
            </a:r>
            <a:r>
              <a:rPr lang="en-US" dirty="0"/>
              <a:t> </a:t>
            </a:r>
            <a:r>
              <a:rPr lang="en-US" dirty="0" err="1"/>
              <a:t>olimlar</a:t>
            </a:r>
            <a:r>
              <a:rPr lang="en-US" dirty="0"/>
              <a:t> </a:t>
            </a:r>
            <a:r>
              <a:rPr lang="en-US" dirty="0" err="1"/>
              <a:t>undan</a:t>
            </a:r>
            <a:r>
              <a:rPr lang="en-US" dirty="0"/>
              <a:t> </a:t>
            </a:r>
            <a:r>
              <a:rPr lang="en-US" dirty="0" err="1"/>
              <a:t>qanday</a:t>
            </a:r>
            <a:r>
              <a:rPr lang="en-US" dirty="0"/>
              <a:t> </a:t>
            </a:r>
            <a:r>
              <a:rPr lang="en-US" dirty="0" err="1"/>
              <a:t>foydalanishni</a:t>
            </a:r>
            <a:r>
              <a:rPr lang="en-US" dirty="0"/>
              <a:t> </a:t>
            </a:r>
            <a:r>
              <a:rPr lang="en-US" dirty="0" err="1"/>
              <a:t>tezda</a:t>
            </a:r>
            <a:r>
              <a:rPr lang="en-US" dirty="0"/>
              <a:t> </a:t>
            </a:r>
            <a:r>
              <a:rPr lang="en-US" dirty="0" err="1"/>
              <a:t>o'rganishlari</a:t>
            </a:r>
            <a:r>
              <a:rPr lang="en-US" dirty="0"/>
              <a:t> </a:t>
            </a:r>
            <a:r>
              <a:rPr lang="en-US" dirty="0" err="1"/>
              <a:t>mumkin</a:t>
            </a:r>
            <a:r>
              <a:rPr lang="en-US" dirty="0"/>
              <a:t>;</a:t>
            </a:r>
          </a:p>
          <a:p>
            <a:r>
              <a:rPr lang="en-US" dirty="0"/>
              <a:t>LabVIEW </a:t>
            </a:r>
            <a:r>
              <a:rPr lang="en-US" dirty="0" err="1"/>
              <a:t>turli</a:t>
            </a:r>
            <a:r>
              <a:rPr lang="en-US" dirty="0"/>
              <a:t> </a:t>
            </a:r>
            <a:r>
              <a:rPr lang="en-US" dirty="0" err="1"/>
              <a:t>sohalarda</a:t>
            </a:r>
            <a:r>
              <a:rPr lang="en-US" dirty="0"/>
              <a:t> </a:t>
            </a:r>
            <a:r>
              <a:rPr lang="en-US" dirty="0" err="1"/>
              <a:t>ko'plab</a:t>
            </a:r>
            <a:r>
              <a:rPr lang="en-US" dirty="0"/>
              <a:t> </a:t>
            </a:r>
            <a:r>
              <a:rPr lang="en-US" dirty="0" err="1"/>
              <a:t>ilovalar</a:t>
            </a:r>
            <a:r>
              <a:rPr lang="en-US" dirty="0"/>
              <a:t> </a:t>
            </a:r>
            <a:r>
              <a:rPr lang="en-US" dirty="0" err="1"/>
              <a:t>uchun</a:t>
            </a:r>
            <a:r>
              <a:rPr lang="en-US" dirty="0"/>
              <a:t> universal </a:t>
            </a:r>
            <a:r>
              <a:rPr lang="en-US" dirty="0" err="1"/>
              <a:t>platformani</a:t>
            </a:r>
            <a:r>
              <a:rPr lang="en-US" dirty="0"/>
              <a:t> </a:t>
            </a:r>
            <a:r>
              <a:rPr lang="en-US" dirty="0" err="1"/>
              <a:t>taqdim</a:t>
            </a:r>
            <a:r>
              <a:rPr lang="en-US" dirty="0"/>
              <a:t> </a:t>
            </a:r>
            <a:r>
              <a:rPr lang="en-US" dirty="0" err="1"/>
              <a:t>etadi</a:t>
            </a:r>
            <a:r>
              <a:rPr lang="en-US" dirty="0"/>
              <a:t>;</a:t>
            </a:r>
          </a:p>
          <a:p>
            <a:r>
              <a:rPr lang="en-US" dirty="0"/>
              <a:t>LabVIEW </a:t>
            </a:r>
            <a:r>
              <a:rPr lang="en-US" dirty="0" err="1"/>
              <a:t>uchinchi</a:t>
            </a:r>
            <a:r>
              <a:rPr lang="en-US" dirty="0"/>
              <a:t> </a:t>
            </a:r>
            <a:r>
              <a:rPr lang="en-US" dirty="0" err="1"/>
              <a:t>tomon</a:t>
            </a:r>
            <a:r>
              <a:rPr lang="en-US" dirty="0"/>
              <a:t> </a:t>
            </a:r>
            <a:r>
              <a:rPr lang="en-US" dirty="0" err="1"/>
              <a:t>muhitlari</a:t>
            </a:r>
            <a:r>
              <a:rPr lang="en-US" dirty="0"/>
              <a:t> </a:t>
            </a:r>
            <a:r>
              <a:rPr lang="en-US" dirty="0" err="1"/>
              <a:t>bilan</a:t>
            </a:r>
            <a:r>
              <a:rPr lang="en-US" dirty="0"/>
              <a:t> </a:t>
            </a:r>
            <a:r>
              <a:rPr lang="en-US" dirty="0" err="1"/>
              <a:t>ishlatilishi</a:t>
            </a:r>
            <a:r>
              <a:rPr lang="en-US" dirty="0"/>
              <a:t> </a:t>
            </a:r>
            <a:r>
              <a:rPr lang="en-US" dirty="0" err="1"/>
              <a:t>mumkin</a:t>
            </a:r>
            <a:r>
              <a:rPr lang="en-US" dirty="0"/>
              <a:t>: u C / C ++, C#, Python, VB, Fortran </a:t>
            </a:r>
            <a:r>
              <a:rPr lang="en-US" dirty="0" err="1"/>
              <a:t>va</a:t>
            </a:r>
            <a:r>
              <a:rPr lang="en-US" dirty="0"/>
              <a:t> </a:t>
            </a:r>
            <a:r>
              <a:rPr lang="en-US" dirty="0" err="1"/>
              <a:t>boshqalar</a:t>
            </a:r>
            <a:r>
              <a:rPr lang="en-US" dirty="0"/>
              <a:t> </a:t>
            </a:r>
            <a:r>
              <a:rPr lang="en-US" dirty="0" err="1"/>
              <a:t>bilan</a:t>
            </a:r>
            <a:r>
              <a:rPr lang="en-US" dirty="0"/>
              <a:t> </a:t>
            </a:r>
            <a:r>
              <a:rPr lang="en-US" dirty="0" err="1"/>
              <a:t>o'zaro</a:t>
            </a:r>
            <a:r>
              <a:rPr lang="en-US" dirty="0"/>
              <a:t> </a:t>
            </a:r>
            <a:r>
              <a:rPr lang="en-US" dirty="0" err="1"/>
              <a:t>ta'sir</a:t>
            </a:r>
            <a:r>
              <a:rPr lang="en-US" dirty="0"/>
              <a:t> </a:t>
            </a:r>
            <a:r>
              <a:rPr lang="en-US" dirty="0" err="1"/>
              <a:t>qilishi</a:t>
            </a:r>
            <a:r>
              <a:rPr lang="en-US" dirty="0"/>
              <a:t> </a:t>
            </a:r>
            <a:r>
              <a:rPr lang="en-US" dirty="0" err="1"/>
              <a:t>mumkin</a:t>
            </a:r>
            <a:r>
              <a:rPr lang="en-US" dirty="0"/>
              <a:t>;</a:t>
            </a:r>
          </a:p>
          <a:p>
            <a:r>
              <a:rPr lang="en-US" dirty="0" err="1"/>
              <a:t>Ma'lumotlar</a:t>
            </a:r>
            <a:r>
              <a:rPr lang="en-US" dirty="0"/>
              <a:t> </a:t>
            </a:r>
            <a:r>
              <a:rPr lang="en-US" dirty="0" err="1"/>
              <a:t>yig'ish</a:t>
            </a:r>
            <a:r>
              <a:rPr lang="en-US" dirty="0"/>
              <a:t> </a:t>
            </a:r>
            <a:r>
              <a:rPr lang="en-US" dirty="0" err="1"/>
              <a:t>uskunalari</a:t>
            </a:r>
            <a:r>
              <a:rPr lang="en-US" dirty="0"/>
              <a:t> </a:t>
            </a:r>
            <a:r>
              <a:rPr lang="en-US" dirty="0" err="1"/>
              <a:t>va</a:t>
            </a:r>
            <a:r>
              <a:rPr lang="en-US" dirty="0"/>
              <a:t> </a:t>
            </a:r>
            <a:r>
              <a:rPr lang="en-US" dirty="0" err="1"/>
              <a:t>sinov</a:t>
            </a:r>
            <a:r>
              <a:rPr lang="en-US" dirty="0"/>
              <a:t> </a:t>
            </a:r>
            <a:r>
              <a:rPr lang="en-US" dirty="0" err="1"/>
              <a:t>uskunalari</a:t>
            </a:r>
            <a:r>
              <a:rPr lang="en-US" dirty="0"/>
              <a:t> </a:t>
            </a:r>
            <a:r>
              <a:rPr lang="en-US" dirty="0" err="1"/>
              <a:t>kabi</a:t>
            </a:r>
            <a:r>
              <a:rPr lang="en-US" dirty="0"/>
              <a:t> </a:t>
            </a:r>
            <a:r>
              <a:rPr lang="en-US" dirty="0" err="1"/>
              <a:t>elementlar</a:t>
            </a:r>
            <a:r>
              <a:rPr lang="en-US" dirty="0"/>
              <a:t> </a:t>
            </a:r>
            <a:r>
              <a:rPr lang="en-US" dirty="0" err="1"/>
              <a:t>bilan</a:t>
            </a:r>
            <a:r>
              <a:rPr lang="en-US" dirty="0"/>
              <a:t> </a:t>
            </a:r>
            <a:r>
              <a:rPr lang="en-US" dirty="0" err="1"/>
              <a:t>osongina</a:t>
            </a:r>
            <a:r>
              <a:rPr lang="en-US" dirty="0"/>
              <a:t> </a:t>
            </a:r>
            <a:r>
              <a:rPr lang="en-US" dirty="0" err="1"/>
              <a:t>o'zaro</a:t>
            </a:r>
            <a:r>
              <a:rPr lang="en-US" dirty="0"/>
              <a:t> </a:t>
            </a:r>
            <a:r>
              <a:rPr lang="en-US" dirty="0" err="1"/>
              <a:t>ta'sir</a:t>
            </a:r>
            <a:r>
              <a:rPr lang="en-US" dirty="0"/>
              <a:t> </a:t>
            </a:r>
            <a:r>
              <a:rPr lang="en-US" dirty="0" err="1"/>
              <a:t>qiladi</a:t>
            </a:r>
            <a:r>
              <a:rPr lang="en-US" dirty="0"/>
              <a:t>.</a:t>
            </a:r>
          </a:p>
          <a:p>
            <a:r>
              <a:rPr lang="en-US" dirty="0"/>
              <a:t>U </a:t>
            </a:r>
            <a:r>
              <a:rPr lang="en-US" dirty="0" err="1"/>
              <a:t>o'z</a:t>
            </a:r>
            <a:r>
              <a:rPr lang="en-US" dirty="0"/>
              <a:t> </a:t>
            </a:r>
            <a:r>
              <a:rPr lang="en-US" dirty="0" err="1"/>
              <a:t>mijozlarining</a:t>
            </a:r>
            <a:r>
              <a:rPr lang="en-US" dirty="0"/>
              <a:t> </a:t>
            </a:r>
            <a:r>
              <a:rPr lang="en-US" dirty="0" err="1"/>
              <a:t>mukammal</a:t>
            </a:r>
            <a:r>
              <a:rPr lang="en-US" dirty="0"/>
              <a:t> </a:t>
            </a:r>
            <a:r>
              <a:rPr lang="en-US" dirty="0" err="1"/>
              <a:t>texnik</a:t>
            </a:r>
            <a:r>
              <a:rPr lang="en-US" dirty="0"/>
              <a:t> </a:t>
            </a:r>
            <a:r>
              <a:rPr lang="en-US" dirty="0" err="1"/>
              <a:t>yordamiga</a:t>
            </a:r>
            <a:r>
              <a:rPr lang="en-US" dirty="0"/>
              <a:t> </a:t>
            </a:r>
            <a:r>
              <a:rPr lang="en-US" dirty="0" err="1"/>
              <a:t>va</a:t>
            </a:r>
            <a:r>
              <a:rPr lang="en-US" dirty="0"/>
              <a:t> </a:t>
            </a:r>
            <a:r>
              <a:rPr lang="en-US" dirty="0" err="1"/>
              <a:t>juda</a:t>
            </a:r>
            <a:r>
              <a:rPr lang="en-US" dirty="0"/>
              <a:t> </a:t>
            </a:r>
            <a:r>
              <a:rPr lang="en-US" dirty="0" err="1"/>
              <a:t>faol</a:t>
            </a:r>
            <a:r>
              <a:rPr lang="en-US" dirty="0"/>
              <a:t> </a:t>
            </a:r>
            <a:r>
              <a:rPr lang="en-US" dirty="0" err="1"/>
              <a:t>ishlab</a:t>
            </a:r>
            <a:r>
              <a:rPr lang="en-US" dirty="0"/>
              <a:t> </a:t>
            </a:r>
            <a:r>
              <a:rPr lang="en-US" dirty="0" err="1"/>
              <a:t>chiquvchilar</a:t>
            </a:r>
            <a:r>
              <a:rPr lang="en-US" dirty="0"/>
              <a:t> </a:t>
            </a:r>
            <a:r>
              <a:rPr lang="en-US" dirty="0" err="1"/>
              <a:t>hamjamiyati</a:t>
            </a:r>
            <a:r>
              <a:rPr lang="en-US" dirty="0"/>
              <a:t> </a:t>
            </a:r>
            <a:r>
              <a:rPr lang="en-US" dirty="0" err="1"/>
              <a:t>forumiga</a:t>
            </a:r>
            <a:r>
              <a:rPr lang="en-US" dirty="0"/>
              <a:t> </a:t>
            </a:r>
            <a:r>
              <a:rPr lang="en-US" dirty="0" err="1"/>
              <a:t>ega</a:t>
            </a:r>
            <a:r>
              <a:rPr lang="en-US" dirty="0"/>
              <a:t>.</a:t>
            </a:r>
            <a:endParaRPr lang="ru-RU" dirty="0"/>
          </a:p>
        </p:txBody>
      </p:sp>
      <p:sp>
        <p:nvSpPr>
          <p:cNvPr id="9" name="Текст 8">
            <a:extLst>
              <a:ext uri="{FF2B5EF4-FFF2-40B4-BE49-F238E27FC236}">
                <a16:creationId xmlns:a16="http://schemas.microsoft.com/office/drawing/2014/main" id="{53102E14-ACC5-6CCE-C85C-12AD76B0DC5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sz="6000" dirty="0"/>
              <a:t>-</a:t>
            </a:r>
            <a:endParaRPr lang="ru-RU" sz="6000" dirty="0"/>
          </a:p>
        </p:txBody>
      </p:sp>
      <p:sp>
        <p:nvSpPr>
          <p:cNvPr id="10" name="Объект 9">
            <a:extLst>
              <a:ext uri="{FF2B5EF4-FFF2-40B4-BE49-F238E27FC236}">
                <a16:creationId xmlns:a16="http://schemas.microsoft.com/office/drawing/2014/main" id="{9E006ED4-3E53-896D-17CA-88C220C6A49B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en-US" dirty="0"/>
              <a:t>LabVIEW yagona </a:t>
            </a:r>
            <a:r>
              <a:rPr lang="en-US" dirty="0" err="1"/>
              <a:t>manbaga</a:t>
            </a:r>
            <a:r>
              <a:rPr lang="en-US" dirty="0"/>
              <a:t> </a:t>
            </a:r>
            <a:r>
              <a:rPr lang="en-US" dirty="0" err="1"/>
              <a:t>ega</a:t>
            </a:r>
            <a:r>
              <a:rPr lang="en-US" dirty="0"/>
              <a:t> </a:t>
            </a:r>
            <a:r>
              <a:rPr lang="en-US" dirty="0" err="1"/>
              <a:t>va</a:t>
            </a:r>
            <a:r>
              <a:rPr lang="en-US" dirty="0"/>
              <a:t> </a:t>
            </a:r>
            <a:r>
              <a:rPr lang="en-US" dirty="0" err="1"/>
              <a:t>ba'zi</a:t>
            </a:r>
            <a:r>
              <a:rPr lang="en-US" dirty="0"/>
              <a:t> </a:t>
            </a:r>
            <a:r>
              <a:rPr lang="en-US" dirty="0" err="1"/>
              <a:t>kompaniyalar</a:t>
            </a:r>
            <a:r>
              <a:rPr lang="en-US" dirty="0"/>
              <a:t> </a:t>
            </a:r>
            <a:r>
              <a:rPr lang="en-US" dirty="0" err="1"/>
              <a:t>sanoatda</a:t>
            </a:r>
            <a:r>
              <a:rPr lang="en-US" dirty="0"/>
              <a:t> </a:t>
            </a:r>
            <a:r>
              <a:rPr lang="en-US" dirty="0" err="1"/>
              <a:t>standartlashtirilmagan</a:t>
            </a:r>
            <a:r>
              <a:rPr lang="en-US" dirty="0"/>
              <a:t> </a:t>
            </a:r>
            <a:r>
              <a:rPr lang="en-US" dirty="0" err="1"/>
              <a:t>bunday</a:t>
            </a:r>
            <a:r>
              <a:rPr lang="en-US" dirty="0"/>
              <a:t> </a:t>
            </a:r>
            <a:r>
              <a:rPr lang="en-US" dirty="0" err="1"/>
              <a:t>mahsulotdan</a:t>
            </a:r>
            <a:r>
              <a:rPr lang="en-US" dirty="0"/>
              <a:t> </a:t>
            </a:r>
            <a:r>
              <a:rPr lang="en-US" dirty="0" err="1"/>
              <a:t>foydalanishni</a:t>
            </a:r>
            <a:r>
              <a:rPr lang="en-US" dirty="0"/>
              <a:t> </a:t>
            </a:r>
            <a:r>
              <a:rPr lang="en-US" dirty="0" err="1"/>
              <a:t>xohlamasligi</a:t>
            </a:r>
            <a:r>
              <a:rPr lang="en-US" dirty="0"/>
              <a:t> </a:t>
            </a:r>
            <a:r>
              <a:rPr lang="en-US" dirty="0" err="1"/>
              <a:t>mumkin</a:t>
            </a:r>
            <a:r>
              <a:rPr lang="en-US" dirty="0"/>
              <a:t>;</a:t>
            </a:r>
          </a:p>
          <a:p>
            <a:r>
              <a:rPr lang="en-US" dirty="0" err="1"/>
              <a:t>Mahsulot</a:t>
            </a:r>
            <a:r>
              <a:rPr lang="en-US" dirty="0"/>
              <a:t> </a:t>
            </a:r>
            <a:r>
              <a:rPr lang="en-US" dirty="0" err="1"/>
              <a:t>narxi</a:t>
            </a:r>
            <a:r>
              <a:rPr lang="en-US" dirty="0"/>
              <a:t> - </a:t>
            </a:r>
            <a:r>
              <a:rPr lang="en-US" dirty="0" err="1"/>
              <a:t>o'z</a:t>
            </a:r>
            <a:r>
              <a:rPr lang="en-US" dirty="0"/>
              <a:t> </a:t>
            </a:r>
            <a:r>
              <a:rPr lang="en-US" dirty="0" err="1"/>
              <a:t>sohasidagi</a:t>
            </a:r>
            <a:r>
              <a:rPr lang="en-US" dirty="0"/>
              <a:t> </a:t>
            </a:r>
            <a:r>
              <a:rPr lang="en-US" dirty="0" err="1"/>
              <a:t>boshqa</a:t>
            </a:r>
            <a:r>
              <a:rPr lang="en-US" dirty="0"/>
              <a:t> </a:t>
            </a:r>
            <a:r>
              <a:rPr lang="en-US" dirty="0" err="1"/>
              <a:t>ko'plab</a:t>
            </a:r>
            <a:r>
              <a:rPr lang="en-US" dirty="0"/>
              <a:t> shunga </a:t>
            </a:r>
            <a:r>
              <a:rPr lang="en-US" dirty="0" err="1"/>
              <a:t>o'xshash</a:t>
            </a:r>
            <a:r>
              <a:rPr lang="en-US" dirty="0"/>
              <a:t> </a:t>
            </a:r>
            <a:r>
              <a:rPr lang="en-US" dirty="0" err="1"/>
              <a:t>mahsulotlarga</a:t>
            </a:r>
            <a:r>
              <a:rPr lang="en-US" dirty="0"/>
              <a:t> </a:t>
            </a:r>
            <a:r>
              <a:rPr lang="en-US" dirty="0" err="1"/>
              <a:t>mos</a:t>
            </a:r>
            <a:r>
              <a:rPr lang="en-US" dirty="0"/>
              <a:t> </a:t>
            </a:r>
            <a:r>
              <a:rPr lang="en-US" dirty="0" err="1"/>
              <a:t>keladigan</a:t>
            </a:r>
            <a:r>
              <a:rPr lang="en-US" dirty="0"/>
              <a:t> </a:t>
            </a:r>
            <a:r>
              <a:rPr lang="en-US" dirty="0" err="1"/>
              <a:t>bo'lsa</a:t>
            </a:r>
            <a:r>
              <a:rPr lang="en-US" dirty="0"/>
              <a:t>-da, </a:t>
            </a:r>
            <a:r>
              <a:rPr lang="en-US" dirty="0" err="1"/>
              <a:t>hali</a:t>
            </a:r>
            <a:r>
              <a:rPr lang="en-US" dirty="0"/>
              <a:t> ham </a:t>
            </a:r>
            <a:r>
              <a:rPr lang="en-US" dirty="0" err="1"/>
              <a:t>ancha</a:t>
            </a:r>
            <a:r>
              <a:rPr lang="en-US" dirty="0"/>
              <a:t> </a:t>
            </a:r>
            <a:r>
              <a:rPr lang="en-US" dirty="0" err="1"/>
              <a:t>yuqori</a:t>
            </a:r>
            <a:r>
              <a:rPr lang="en-US" dirty="0"/>
              <a:t>.</a:t>
            </a:r>
            <a:endParaRPr lang="ru-RU" dirty="0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9B265F3-1343-CD57-4FF7-A50289FD0C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6E13CF11-4D7C-4367-8D00-578223D03103}" type="datetime1">
              <a:rPr lang="ru-RU" smtClean="0"/>
              <a:t>02.11.2024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0145551"/>
      </p:ext>
    </p:extLst>
  </p:cSld>
  <p:clrMapOvr>
    <a:masterClrMapping/>
  </p:clrMapOvr>
</p:sld>
</file>

<file path=ppt/theme/theme1.xml><?xml version="1.0" encoding="utf-8"?>
<a:theme xmlns:a="http://schemas.openxmlformats.org/drawingml/2006/main" name="ДивидендVTI">
  <a:themeElements>
    <a:clrScheme name="Blue II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Dividend">
      <a:majorFont>
        <a:latin typeface="Franklin Gothic Demi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41798998_TF33552983" id="{160FF37C-0DDC-4D2E-AEAD-253EF6364DF1}" vid="{EC99DBC3-C858-4F3A-82DD-48D686A36DB8}"/>
    </a:ext>
  </a:extLst>
</a:theme>
</file>

<file path=ppt/theme/theme2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{9E989E75-8BD8-46A3-962C-26F73BFED94A}tf33552983_win32</Template>
  <TotalTime>300</TotalTime>
  <Words>416</Words>
  <Application>Microsoft Office PowerPoint</Application>
  <PresentationFormat>Широкоэкранный</PresentationFormat>
  <Paragraphs>35</Paragraphs>
  <Slides>6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6</vt:i4>
      </vt:variant>
    </vt:vector>
  </HeadingPairs>
  <TitlesOfParts>
    <vt:vector size="13" baseType="lpstr">
      <vt:lpstr>Calibri</vt:lpstr>
      <vt:lpstr>Corbel</vt:lpstr>
      <vt:lpstr>Franklin Gothic Book</vt:lpstr>
      <vt:lpstr>Franklin Gothic Demi</vt:lpstr>
      <vt:lpstr>Times New Roman</vt:lpstr>
      <vt:lpstr>Wingdings 2</vt:lpstr>
      <vt:lpstr>ДивидендVTI</vt:lpstr>
      <vt:lpstr>«Dasturlash tillari bazasida texnik ilovalar» faniga kirish. LabVIEW  instumental vositasi va uning imkoniyatlari</vt:lpstr>
      <vt:lpstr>Reja</vt:lpstr>
      <vt:lpstr>«Dasturlash tillari bazasida texnik ilovalar» faniga kirish</vt:lpstr>
      <vt:lpstr>LabVIEW dasturi haqida  umumiy ma’lumot</vt:lpstr>
      <vt:lpstr>LabVIEW ni qo’llash sohalari </vt:lpstr>
      <vt:lpstr>LabVIEW  instumental vositasi va uning imkoniyatlari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ORGTech</dc:creator>
  <cp:lastModifiedBy>ORGTech</cp:lastModifiedBy>
  <cp:revision>3</cp:revision>
  <dcterms:created xsi:type="dcterms:W3CDTF">2024-09-16T03:04:41Z</dcterms:created>
  <dcterms:modified xsi:type="dcterms:W3CDTF">2024-11-02T08:08:07Z</dcterms:modified>
</cp:coreProperties>
</file>